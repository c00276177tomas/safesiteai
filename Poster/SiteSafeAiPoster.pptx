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12" userDrawn="1">
          <p15:clr>
            <a:srgbClr val="A4A3A4"/>
          </p15:clr>
        </p15:guide>
        <p15:guide id="2" pos="9513" userDrawn="1">
          <p15:clr>
            <a:srgbClr val="A4A3A4"/>
          </p15:clr>
        </p15:guide>
        <p15:guide id="3" pos="577" userDrawn="1">
          <p15:clr>
            <a:srgbClr val="A4A3A4"/>
          </p15:clr>
        </p15:guide>
        <p15:guide id="4" pos="18494" userDrawn="1">
          <p15:clr>
            <a:srgbClr val="A4A3A4"/>
          </p15:clr>
        </p15:guide>
        <p15:guide id="5" orient="horz" pos="1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F214C-3E94-49DF-84F8-3315B884A11B}" v="156" dt="2024-10-04T10:50:2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5" d="100"/>
          <a:sy n="25" d="100"/>
        </p:scale>
        <p:origin x="744" y="53"/>
      </p:cViewPr>
      <p:guideLst>
        <p:guide orient="horz" pos="6712"/>
        <p:guide pos="9513"/>
        <p:guide pos="577"/>
        <p:guide pos="18494"/>
        <p:guide orient="horz" pos="1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tudent  C00276177) Tomas Smitas" userId="e774107f-2163-47ed-92a8-267c81fda801" providerId="ADAL" clId="{721F214C-3E94-49DF-84F8-3315B884A11B}"/>
    <pc:docChg chg="undo redo custSel addSld delSld modSld">
      <pc:chgData name="(Student  C00276177) Tomas Smitas" userId="e774107f-2163-47ed-92a8-267c81fda801" providerId="ADAL" clId="{721F214C-3E94-49DF-84F8-3315B884A11B}" dt="2024-10-04T10:50:21.309" v="2909"/>
      <pc:docMkLst>
        <pc:docMk/>
      </pc:docMkLst>
      <pc:sldChg chg="addSp delSp modSp mod modTransition setBg delAnim modAnim">
        <pc:chgData name="(Student  C00276177) Tomas Smitas" userId="e774107f-2163-47ed-92a8-267c81fda801" providerId="ADAL" clId="{721F214C-3E94-49DF-84F8-3315B884A11B}" dt="2024-10-04T10:50:21.309" v="2909"/>
        <pc:sldMkLst>
          <pc:docMk/>
          <pc:sldMk cId="2539122921" sldId="256"/>
        </pc:sldMkLst>
        <pc:spChg chg="mod">
          <ac:chgData name="(Student  C00276177) Tomas Smitas" userId="e774107f-2163-47ed-92a8-267c81fda801" providerId="ADAL" clId="{721F214C-3E94-49DF-84F8-3315B884A11B}" dt="2024-09-29T11:27:40.254" v="163" actId="20577"/>
          <ac:spMkLst>
            <pc:docMk/>
            <pc:sldMk cId="2539122921" sldId="256"/>
            <ac:spMk id="2" creationId="{ED14C78C-4BCC-EDA1-0E96-FCCB9A2DEE2F}"/>
          </ac:spMkLst>
        </pc:spChg>
        <pc:spChg chg="mod">
          <ac:chgData name="(Student  C00276177) Tomas Smitas" userId="e774107f-2163-47ed-92a8-267c81fda801" providerId="ADAL" clId="{721F214C-3E94-49DF-84F8-3315B884A11B}" dt="2024-10-01T10:14:04.223" v="2730" actId="33524"/>
          <ac:spMkLst>
            <pc:docMk/>
            <pc:sldMk cId="2539122921" sldId="256"/>
            <ac:spMk id="3" creationId="{22722317-6F80-389D-C2DC-3698CE260253}"/>
          </ac:spMkLst>
        </pc:spChg>
        <pc:spChg chg="mod">
          <ac:chgData name="(Student  C00276177) Tomas Smitas" userId="e774107f-2163-47ed-92a8-267c81fda801" providerId="ADAL" clId="{721F214C-3E94-49DF-84F8-3315B884A11B}" dt="2024-09-29T11:13:06.658" v="114" actId="1076"/>
          <ac:spMkLst>
            <pc:docMk/>
            <pc:sldMk cId="2539122921" sldId="256"/>
            <ac:spMk id="4" creationId="{78454257-1E35-98B2-0754-0A4E90A3F831}"/>
          </ac:spMkLst>
        </pc:spChg>
        <pc:spChg chg="mod">
          <ac:chgData name="(Student  C00276177) Tomas Smitas" userId="e774107f-2163-47ed-92a8-267c81fda801" providerId="ADAL" clId="{721F214C-3E94-49DF-84F8-3315B884A11B}" dt="2024-10-01T10:31:54.168" v="2821" actId="20577"/>
          <ac:spMkLst>
            <pc:docMk/>
            <pc:sldMk cId="2539122921" sldId="256"/>
            <ac:spMk id="8" creationId="{0EF3F5F8-E124-CBAA-EC16-BB1AAFD66481}"/>
          </ac:spMkLst>
        </pc:spChg>
        <pc:spChg chg="mod">
          <ac:chgData name="(Student  C00276177) Tomas Smitas" userId="e774107f-2163-47ed-92a8-267c81fda801" providerId="ADAL" clId="{721F214C-3E94-49DF-84F8-3315B884A11B}" dt="2024-09-29T18:19:37.751" v="2371" actId="313"/>
          <ac:spMkLst>
            <pc:docMk/>
            <pc:sldMk cId="2539122921" sldId="256"/>
            <ac:spMk id="9" creationId="{325BF8F3-4A2C-9D46-B946-01BF5E438D69}"/>
          </ac:spMkLst>
        </pc:spChg>
        <pc:spChg chg="add mod">
          <ac:chgData name="(Student  C00276177) Tomas Smitas" userId="e774107f-2163-47ed-92a8-267c81fda801" providerId="ADAL" clId="{721F214C-3E94-49DF-84F8-3315B884A11B}" dt="2024-10-01T10:27:56.254" v="2797" actId="20577"/>
          <ac:spMkLst>
            <pc:docMk/>
            <pc:sldMk cId="2539122921" sldId="256"/>
            <ac:spMk id="26" creationId="{B79A0D01-F86A-5BF7-833E-58F240F9C363}"/>
          </ac:spMkLst>
        </pc:spChg>
        <pc:spChg chg="add mod">
          <ac:chgData name="(Student  C00276177) Tomas Smitas" userId="e774107f-2163-47ed-92a8-267c81fda801" providerId="ADAL" clId="{721F214C-3E94-49DF-84F8-3315B884A11B}" dt="2024-09-29T13:52:40.036" v="1757" actId="1076"/>
          <ac:spMkLst>
            <pc:docMk/>
            <pc:sldMk cId="2539122921" sldId="256"/>
            <ac:spMk id="27" creationId="{1AE178C2-2367-2FB6-1878-31B5E9D11B83}"/>
          </ac:spMkLst>
        </pc:spChg>
        <pc:spChg chg="add mod">
          <ac:chgData name="(Student  C00276177) Tomas Smitas" userId="e774107f-2163-47ed-92a8-267c81fda801" providerId="ADAL" clId="{721F214C-3E94-49DF-84F8-3315B884A11B}" dt="2024-09-29T13:22:20.833" v="1424"/>
          <ac:spMkLst>
            <pc:docMk/>
            <pc:sldMk cId="2539122921" sldId="256"/>
            <ac:spMk id="28" creationId="{907CAE6F-12CA-0796-A1F9-08D7D6A59C0B}"/>
          </ac:spMkLst>
        </pc:spChg>
        <pc:spChg chg="add mod">
          <ac:chgData name="(Student  C00276177) Tomas Smitas" userId="e774107f-2163-47ed-92a8-267c81fda801" providerId="ADAL" clId="{721F214C-3E94-49DF-84F8-3315B884A11B}" dt="2024-10-03T09:16:33.294" v="2851" actId="20577"/>
          <ac:spMkLst>
            <pc:docMk/>
            <pc:sldMk cId="2539122921" sldId="256"/>
            <ac:spMk id="29" creationId="{9DFDDE83-5BE8-AA9D-3CE0-6FA56A8966F1}"/>
          </ac:spMkLst>
        </pc:spChg>
        <pc:spChg chg="add mod">
          <ac:chgData name="(Student  C00276177) Tomas Smitas" userId="e774107f-2163-47ed-92a8-267c81fda801" providerId="ADAL" clId="{721F214C-3E94-49DF-84F8-3315B884A11B}" dt="2024-10-01T10:32:56.399" v="2834" actId="1076"/>
          <ac:spMkLst>
            <pc:docMk/>
            <pc:sldMk cId="2539122921" sldId="256"/>
            <ac:spMk id="30" creationId="{EFBD125B-3097-6837-D0F5-718D5D5115AD}"/>
          </ac:spMkLst>
        </pc:spChg>
        <pc:spChg chg="add mod">
          <ac:chgData name="(Student  C00276177) Tomas Smitas" userId="e774107f-2163-47ed-92a8-267c81fda801" providerId="ADAL" clId="{721F214C-3E94-49DF-84F8-3315B884A11B}" dt="2024-10-01T10:35:04.123" v="2839" actId="255"/>
          <ac:spMkLst>
            <pc:docMk/>
            <pc:sldMk cId="2539122921" sldId="256"/>
            <ac:spMk id="31" creationId="{7CC5B6F4-92F6-F2A3-74EA-9BD852C82994}"/>
          </ac:spMkLst>
        </pc:spChg>
        <pc:spChg chg="add mod">
          <ac:chgData name="(Student  C00276177) Tomas Smitas" userId="e774107f-2163-47ed-92a8-267c81fda801" providerId="ADAL" clId="{721F214C-3E94-49DF-84F8-3315B884A11B}" dt="2024-10-01T10:19:15.976" v="2764" actId="113"/>
          <ac:spMkLst>
            <pc:docMk/>
            <pc:sldMk cId="2539122921" sldId="256"/>
            <ac:spMk id="32" creationId="{CA3600DE-4041-E829-861F-CB6692867C25}"/>
          </ac:spMkLst>
        </pc:spChg>
        <pc:picChg chg="mod">
          <ac:chgData name="(Student  C00276177) Tomas Smitas" userId="e774107f-2163-47ed-92a8-267c81fda801" providerId="ADAL" clId="{721F214C-3E94-49DF-84F8-3315B884A11B}" dt="2024-09-29T11:27:51.954" v="165" actId="1076"/>
          <ac:picMkLst>
            <pc:docMk/>
            <pc:sldMk cId="2539122921" sldId="256"/>
            <ac:picMk id="5" creationId="{01D13F03-852B-989A-B091-29AD46E22E91}"/>
          </ac:picMkLst>
        </pc:picChg>
        <pc:picChg chg="del">
          <ac:chgData name="(Student  C00276177) Tomas Smitas" userId="e774107f-2163-47ed-92a8-267c81fda801" providerId="ADAL" clId="{721F214C-3E94-49DF-84F8-3315B884A11B}" dt="2024-10-04T09:54:39.381" v="2867" actId="478"/>
          <ac:picMkLst>
            <pc:docMk/>
            <pc:sldMk cId="2539122921" sldId="256"/>
            <ac:picMk id="6" creationId="{D08BCAE9-56F1-ECA5-E4BD-755B0D573CC6}"/>
          </ac:picMkLst>
        </pc:picChg>
        <pc:picChg chg="add mod">
          <ac:chgData name="(Student  C00276177) Tomas Smitas" userId="e774107f-2163-47ed-92a8-267c81fda801" providerId="ADAL" clId="{721F214C-3E94-49DF-84F8-3315B884A11B}" dt="2024-09-29T11:23:50.411" v="142"/>
          <ac:picMkLst>
            <pc:docMk/>
            <pc:sldMk cId="2539122921" sldId="256"/>
            <ac:picMk id="7" creationId="{A6AF5425-83EC-EF36-129E-A2384839C11A}"/>
          </ac:picMkLst>
        </pc:picChg>
        <pc:picChg chg="add del mod">
          <ac:chgData name="(Student  C00276177) Tomas Smitas" userId="e774107f-2163-47ed-92a8-267c81fda801" providerId="ADAL" clId="{721F214C-3E94-49DF-84F8-3315B884A11B}" dt="2024-09-29T11:25:02.321" v="146" actId="478"/>
          <ac:picMkLst>
            <pc:docMk/>
            <pc:sldMk cId="2539122921" sldId="256"/>
            <ac:picMk id="11" creationId="{C9A3C9CF-E21D-4FFA-8121-58662AD877B6}"/>
          </ac:picMkLst>
        </pc:picChg>
        <pc:picChg chg="add mod">
          <ac:chgData name="(Student  C00276177) Tomas Smitas" userId="e774107f-2163-47ed-92a8-267c81fda801" providerId="ADAL" clId="{721F214C-3E94-49DF-84F8-3315B884A11B}" dt="2024-09-29T11:26:21.159" v="154"/>
          <ac:picMkLst>
            <pc:docMk/>
            <pc:sldMk cId="2539122921" sldId="256"/>
            <ac:picMk id="13" creationId="{1F75997D-0DC1-350A-A91F-B4FFFA255CF3}"/>
          </ac:picMkLst>
        </pc:picChg>
        <pc:picChg chg="add del mod">
          <ac:chgData name="(Student  C00276177) Tomas Smitas" userId="e774107f-2163-47ed-92a8-267c81fda801" providerId="ADAL" clId="{721F214C-3E94-49DF-84F8-3315B884A11B}" dt="2024-10-04T07:51:22.743" v="2854"/>
          <ac:picMkLst>
            <pc:docMk/>
            <pc:sldMk cId="2539122921" sldId="256"/>
            <ac:picMk id="13" creationId="{3640A21E-375A-F873-755C-A6CA552160FF}"/>
          </ac:picMkLst>
        </pc:picChg>
        <pc:picChg chg="add del mod">
          <ac:chgData name="(Student  C00276177) Tomas Smitas" userId="e774107f-2163-47ed-92a8-267c81fda801" providerId="ADAL" clId="{721F214C-3E94-49DF-84F8-3315B884A11B}" dt="2024-10-04T07:52:07.260" v="2856"/>
          <ac:picMkLst>
            <pc:docMk/>
            <pc:sldMk cId="2539122921" sldId="256"/>
            <ac:picMk id="14" creationId="{ED686F7C-D4E2-640E-E9A9-D7FC50D3D139}"/>
          </ac:picMkLst>
        </pc:picChg>
        <pc:picChg chg="add del mod">
          <ac:chgData name="(Student  C00276177) Tomas Smitas" userId="e774107f-2163-47ed-92a8-267c81fda801" providerId="ADAL" clId="{721F214C-3E94-49DF-84F8-3315B884A11B}" dt="2024-09-29T13:46:01.243" v="1669" actId="478"/>
          <ac:picMkLst>
            <pc:docMk/>
            <pc:sldMk cId="2539122921" sldId="256"/>
            <ac:picMk id="15" creationId="{62EFF816-FAF2-C756-A85E-B4BC12FACE02}"/>
          </ac:picMkLst>
        </pc:picChg>
        <pc:picChg chg="add mod">
          <ac:chgData name="(Student  C00276177) Tomas Smitas" userId="e774107f-2163-47ed-92a8-267c81fda801" providerId="ADAL" clId="{721F214C-3E94-49DF-84F8-3315B884A11B}" dt="2024-09-29T12:41:22.037" v="982"/>
          <ac:picMkLst>
            <pc:docMk/>
            <pc:sldMk cId="2539122921" sldId="256"/>
            <ac:picMk id="17" creationId="{20DA1595-9EF2-0179-2B20-5E5A4CB74C43}"/>
          </ac:picMkLst>
        </pc:picChg>
        <pc:picChg chg="add mod">
          <ac:chgData name="(Student  C00276177) Tomas Smitas" userId="e774107f-2163-47ed-92a8-267c81fda801" providerId="ADAL" clId="{721F214C-3E94-49DF-84F8-3315B884A11B}" dt="2024-09-29T12:43:49.326" v="987"/>
          <ac:picMkLst>
            <pc:docMk/>
            <pc:sldMk cId="2539122921" sldId="256"/>
            <ac:picMk id="19" creationId="{8FDE97F6-B638-956D-E8A8-3808C0ACBF8D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07:52:39.054" v="2857"/>
          <ac:picMkLst>
            <pc:docMk/>
            <pc:sldMk cId="2539122921" sldId="256"/>
            <ac:picMk id="19" creationId="{B2D5FEB8-4E42-1085-F173-72EE07D7720D}"/>
          </ac:picMkLst>
        </pc:picChg>
        <pc:picChg chg="add del mod">
          <ac:chgData name="(Student  C00276177) Tomas Smitas" userId="e774107f-2163-47ed-92a8-267c81fda801" providerId="ADAL" clId="{721F214C-3E94-49DF-84F8-3315B884A11B}" dt="2024-10-04T08:04:43.315" v="2859"/>
          <ac:picMkLst>
            <pc:docMk/>
            <pc:sldMk cId="2539122921" sldId="256"/>
            <ac:picMk id="20" creationId="{11BDD868-5D3F-2C4B-8528-875B98BCAE89}"/>
          </ac:picMkLst>
        </pc:picChg>
        <pc:picChg chg="add del mod modCrop">
          <ac:chgData name="(Student  C00276177) Tomas Smitas" userId="e774107f-2163-47ed-92a8-267c81fda801" providerId="ADAL" clId="{721F214C-3E94-49DF-84F8-3315B884A11B}" dt="2024-10-01T10:20:06.021" v="2771" actId="1076"/>
          <ac:picMkLst>
            <pc:docMk/>
            <pc:sldMk cId="2539122921" sldId="256"/>
            <ac:picMk id="21" creationId="{32EAACF2-D2F5-9BBC-0961-DA2DCC5653B3}"/>
          </ac:picMkLst>
        </pc:picChg>
        <pc:picChg chg="add mod">
          <ac:chgData name="(Student  C00276177) Tomas Smitas" userId="e774107f-2163-47ed-92a8-267c81fda801" providerId="ADAL" clId="{721F214C-3E94-49DF-84F8-3315B884A11B}" dt="2024-09-29T12:50:51.373" v="1005"/>
          <ac:picMkLst>
            <pc:docMk/>
            <pc:sldMk cId="2539122921" sldId="256"/>
            <ac:picMk id="23" creationId="{E0756ACC-DCF5-DE30-4EB1-7D64E225AF1F}"/>
          </ac:picMkLst>
        </pc:picChg>
        <pc:picChg chg="add del mod">
          <ac:chgData name="(Student  C00276177) Tomas Smitas" userId="e774107f-2163-47ed-92a8-267c81fda801" providerId="ADAL" clId="{721F214C-3E94-49DF-84F8-3315B884A11B}" dt="2024-09-29T13:25:14.626" v="1427" actId="478"/>
          <ac:picMkLst>
            <pc:docMk/>
            <pc:sldMk cId="2539122921" sldId="256"/>
            <ac:picMk id="25" creationId="{4FC7EBE0-8BB1-AA9B-12C4-FAB34FD5B5BA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08:04:52.166" v="2860"/>
          <ac:picMkLst>
            <pc:docMk/>
            <pc:sldMk cId="2539122921" sldId="256"/>
            <ac:picMk id="34" creationId="{024815DF-DB26-B443-AA00-AEB1C3656C7E}"/>
          </ac:picMkLst>
        </pc:picChg>
        <pc:picChg chg="add mod">
          <ac:chgData name="(Student  C00276177) Tomas Smitas" userId="e774107f-2163-47ed-92a8-267c81fda801" providerId="ADAL" clId="{721F214C-3E94-49DF-84F8-3315B884A11B}" dt="2024-10-01T09:18:46.856" v="2377"/>
          <ac:picMkLst>
            <pc:docMk/>
            <pc:sldMk cId="2539122921" sldId="256"/>
            <ac:picMk id="34" creationId="{331969C3-0130-FF79-DF21-4ADB2F6FA3D7}"/>
          </ac:picMkLst>
        </pc:picChg>
        <pc:picChg chg="add del mod">
          <ac:chgData name="(Student  C00276177) Tomas Smitas" userId="e774107f-2163-47ed-92a8-267c81fda801" providerId="ADAL" clId="{721F214C-3E94-49DF-84F8-3315B884A11B}" dt="2024-10-04T08:05:43.275" v="2862"/>
          <ac:picMkLst>
            <pc:docMk/>
            <pc:sldMk cId="2539122921" sldId="256"/>
            <ac:picMk id="35" creationId="{C0A8C9C6-0A2D-120E-ED70-A63E9D216A5F}"/>
          </ac:picMkLst>
        </pc:picChg>
        <pc:picChg chg="add mod">
          <ac:chgData name="(Student  C00276177) Tomas Smitas" userId="e774107f-2163-47ed-92a8-267c81fda801" providerId="ADAL" clId="{721F214C-3E94-49DF-84F8-3315B884A11B}" dt="2024-10-01T09:22:04.100" v="2382"/>
          <ac:picMkLst>
            <pc:docMk/>
            <pc:sldMk cId="2539122921" sldId="256"/>
            <ac:picMk id="36" creationId="{0EC43ACE-DE39-C337-7F2A-42597E3A2341}"/>
          </ac:picMkLst>
        </pc:picChg>
        <pc:picChg chg="add mod">
          <ac:chgData name="(Student  C00276177) Tomas Smitas" userId="e774107f-2163-47ed-92a8-267c81fda801" providerId="ADAL" clId="{721F214C-3E94-49DF-84F8-3315B884A11B}" dt="2024-10-01T09:23:17.887" v="2383"/>
          <ac:picMkLst>
            <pc:docMk/>
            <pc:sldMk cId="2539122921" sldId="256"/>
            <ac:picMk id="38" creationId="{5BD7EF07-F03A-B2FC-0ABD-5A9AEA494428}"/>
          </ac:picMkLst>
        </pc:picChg>
        <pc:picChg chg="add mod">
          <ac:chgData name="(Student  C00276177) Tomas Smitas" userId="e774107f-2163-47ed-92a8-267c81fda801" providerId="ADAL" clId="{721F214C-3E94-49DF-84F8-3315B884A11B}" dt="2024-10-01T09:24:10.507" v="2388"/>
          <ac:picMkLst>
            <pc:docMk/>
            <pc:sldMk cId="2539122921" sldId="256"/>
            <ac:picMk id="40" creationId="{495F3433-867C-C917-4700-CE06627064C5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08:05:54.429" v="2863"/>
          <ac:picMkLst>
            <pc:docMk/>
            <pc:sldMk cId="2539122921" sldId="256"/>
            <ac:picMk id="40" creationId="{BC06FB23-817F-4408-F240-E9B849D2A34C}"/>
          </ac:picMkLst>
        </pc:picChg>
        <pc:picChg chg="add del mod">
          <ac:chgData name="(Student  C00276177) Tomas Smitas" userId="e774107f-2163-47ed-92a8-267c81fda801" providerId="ADAL" clId="{721F214C-3E94-49DF-84F8-3315B884A11B}" dt="2024-10-04T08:08:17.477" v="2865"/>
          <ac:picMkLst>
            <pc:docMk/>
            <pc:sldMk cId="2539122921" sldId="256"/>
            <ac:picMk id="41" creationId="{234253EE-A339-FAB6-F016-E861AD0F2A32}"/>
          </ac:picMkLst>
        </pc:picChg>
        <pc:picChg chg="add mod">
          <ac:chgData name="(Student  C00276177) Tomas Smitas" userId="e774107f-2163-47ed-92a8-267c81fda801" providerId="ADAL" clId="{721F214C-3E94-49DF-84F8-3315B884A11B}" dt="2024-10-01T09:25:12.178" v="2389"/>
          <ac:picMkLst>
            <pc:docMk/>
            <pc:sldMk cId="2539122921" sldId="256"/>
            <ac:picMk id="42" creationId="{C9423DD6-4BA9-4F7B-0429-391298F6796B}"/>
          </ac:picMkLst>
        </pc:picChg>
        <pc:picChg chg="add mod modCrop">
          <ac:chgData name="(Student  C00276177) Tomas Smitas" userId="e774107f-2163-47ed-92a8-267c81fda801" providerId="ADAL" clId="{721F214C-3E94-49DF-84F8-3315B884A11B}" dt="2024-10-01T09:45:28.135" v="2551" actId="1076"/>
          <ac:picMkLst>
            <pc:docMk/>
            <pc:sldMk cId="2539122921" sldId="256"/>
            <ac:picMk id="44" creationId="{7C53672A-45CD-D13F-DD04-C00D3EF89B72}"/>
          </ac:picMkLst>
        </pc:picChg>
        <pc:picChg chg="add mod">
          <ac:chgData name="(Student  C00276177) Tomas Smitas" userId="e774107f-2163-47ed-92a8-267c81fda801" providerId="ADAL" clId="{721F214C-3E94-49DF-84F8-3315B884A11B}" dt="2024-10-01T09:28:16.959" v="2404" actId="931"/>
          <ac:picMkLst>
            <pc:docMk/>
            <pc:sldMk cId="2539122921" sldId="256"/>
            <ac:picMk id="46" creationId="{B138E1BA-7D05-8F73-AF2A-B62FA36ABA97}"/>
          </ac:picMkLst>
        </pc:picChg>
        <pc:picChg chg="add mod">
          <ac:chgData name="(Student  C00276177) Tomas Smitas" userId="e774107f-2163-47ed-92a8-267c81fda801" providerId="ADAL" clId="{721F214C-3E94-49DF-84F8-3315B884A11B}" dt="2024-10-01T09:30:35.836" v="2445" actId="688"/>
          <ac:picMkLst>
            <pc:docMk/>
            <pc:sldMk cId="2539122921" sldId="256"/>
            <ac:picMk id="47" creationId="{E957A777-ACAB-24B9-D8D5-3F8624FBA6F7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08:08:28.474" v="2866"/>
          <ac:picMkLst>
            <pc:docMk/>
            <pc:sldMk cId="2539122921" sldId="256"/>
            <ac:picMk id="48" creationId="{AAB1D9B9-F45A-03EE-4DA7-30C38DB4620A}"/>
          </ac:picMkLst>
        </pc:picChg>
        <pc:picChg chg="add mod">
          <ac:chgData name="(Student  C00276177) Tomas Smitas" userId="e774107f-2163-47ed-92a8-267c81fda801" providerId="ADAL" clId="{721F214C-3E94-49DF-84F8-3315B884A11B}" dt="2024-10-01T10:20:24.050" v="2773" actId="1076"/>
          <ac:picMkLst>
            <pc:docMk/>
            <pc:sldMk cId="2539122921" sldId="256"/>
            <ac:picMk id="49" creationId="{8AFD15A6-3166-7280-F30D-70944AB551CC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05:35.242" v="2869"/>
          <ac:picMkLst>
            <pc:docMk/>
            <pc:sldMk cId="2539122921" sldId="256"/>
            <ac:picMk id="50" creationId="{EAF66C77-FCD9-D97B-5290-BB4AFA8FA897}"/>
          </ac:picMkLst>
        </pc:picChg>
        <pc:picChg chg="add mod">
          <ac:chgData name="(Student  C00276177) Tomas Smitas" userId="e774107f-2163-47ed-92a8-267c81fda801" providerId="ADAL" clId="{721F214C-3E94-49DF-84F8-3315B884A11B}" dt="2024-10-01T10:19:34.869" v="2765" actId="1076"/>
          <ac:picMkLst>
            <pc:docMk/>
            <pc:sldMk cId="2539122921" sldId="256"/>
            <ac:picMk id="51" creationId="{E68BA061-BC66-DACB-2BB5-B80DD61B0922}"/>
          </ac:picMkLst>
        </pc:picChg>
        <pc:picChg chg="add mod">
          <ac:chgData name="(Student  C00276177) Tomas Smitas" userId="e774107f-2163-47ed-92a8-267c81fda801" providerId="ADAL" clId="{721F214C-3E94-49DF-84F8-3315B884A11B}" dt="2024-10-01T10:31:56.040" v="2822" actId="1076"/>
          <ac:picMkLst>
            <pc:docMk/>
            <pc:sldMk cId="2539122921" sldId="256"/>
            <ac:picMk id="52" creationId="{0E97D892-C2AF-CA37-43D5-259AA6B85460}"/>
          </ac:picMkLst>
        </pc:picChg>
        <pc:picChg chg="add mod">
          <ac:chgData name="(Student  C00276177) Tomas Smitas" userId="e774107f-2163-47ed-92a8-267c81fda801" providerId="ADAL" clId="{721F214C-3E94-49DF-84F8-3315B884A11B}" dt="2024-10-01T10:29:18.557" v="2804" actId="1076"/>
          <ac:picMkLst>
            <pc:docMk/>
            <pc:sldMk cId="2539122921" sldId="256"/>
            <ac:picMk id="54" creationId="{E8BAA466-1B9E-4FBE-71A1-7967AF93473E}"/>
          </ac:picMkLst>
        </pc:picChg>
        <pc:picChg chg="add mod">
          <ac:chgData name="(Student  C00276177) Tomas Smitas" userId="e774107f-2163-47ed-92a8-267c81fda801" providerId="ADAL" clId="{721F214C-3E94-49DF-84F8-3315B884A11B}" dt="2024-10-01T10:29:31.163" v="2809" actId="1076"/>
          <ac:picMkLst>
            <pc:docMk/>
            <pc:sldMk cId="2539122921" sldId="256"/>
            <ac:picMk id="55" creationId="{D6504004-9D7C-2EEB-F505-B9A507DF443B}"/>
          </ac:picMkLst>
        </pc:picChg>
        <pc:picChg chg="add mod">
          <ac:chgData name="(Student  C00276177) Tomas Smitas" userId="e774107f-2163-47ed-92a8-267c81fda801" providerId="ADAL" clId="{721F214C-3E94-49DF-84F8-3315B884A11B}" dt="2024-10-01T10:30:59.070" v="2814" actId="1076"/>
          <ac:picMkLst>
            <pc:docMk/>
            <pc:sldMk cId="2539122921" sldId="256"/>
            <ac:picMk id="57" creationId="{E3791990-55BA-9E92-F3A1-21D2F0B22F26}"/>
          </ac:picMkLst>
        </pc:picChg>
        <pc:picChg chg="add mod">
          <ac:chgData name="(Student  C00276177) Tomas Smitas" userId="e774107f-2163-47ed-92a8-267c81fda801" providerId="ADAL" clId="{721F214C-3E94-49DF-84F8-3315B884A11B}" dt="2024-10-01T10:31:08.242" v="2818" actId="1076"/>
          <ac:picMkLst>
            <pc:docMk/>
            <pc:sldMk cId="2539122921" sldId="256"/>
            <ac:picMk id="58" creationId="{B9B0BE47-341C-57AB-B9C0-73BC957570B0}"/>
          </ac:picMkLst>
        </pc:picChg>
        <pc:picChg chg="add mod">
          <ac:chgData name="(Student  C00276177) Tomas Smitas" userId="e774107f-2163-47ed-92a8-267c81fda801" providerId="ADAL" clId="{721F214C-3E94-49DF-84F8-3315B884A11B}" dt="2024-10-01T10:39:12.976" v="2850" actId="1076"/>
          <ac:picMkLst>
            <pc:docMk/>
            <pc:sldMk cId="2539122921" sldId="256"/>
            <ac:picMk id="60" creationId="{268F1A29-8C87-09B3-48FE-B2E3EB9E667A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05:48.065" v="2870"/>
          <ac:picMkLst>
            <pc:docMk/>
            <pc:sldMk cId="2539122921" sldId="256"/>
            <ac:picMk id="62" creationId="{BA91EB50-BD2A-1B08-6379-8617F7690DAF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06:00.850" v="2872"/>
          <ac:picMkLst>
            <pc:docMk/>
            <pc:sldMk cId="2539122921" sldId="256"/>
            <ac:picMk id="63" creationId="{686AEEBC-51CC-39D5-85E6-2A808FACD1C9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06:57.197" v="2873"/>
          <ac:picMkLst>
            <pc:docMk/>
            <pc:sldMk cId="2539122921" sldId="256"/>
            <ac:picMk id="67" creationId="{27B473AA-467D-6A49-F58F-76982B6FE022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07:00.719" v="2875"/>
          <ac:picMkLst>
            <pc:docMk/>
            <pc:sldMk cId="2539122921" sldId="256"/>
            <ac:picMk id="68" creationId="{64561F8C-DADA-1215-9B9C-EDE2E1BD4820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07:40.819" v="2876"/>
          <ac:picMkLst>
            <pc:docMk/>
            <pc:sldMk cId="2539122921" sldId="256"/>
            <ac:picMk id="71" creationId="{233C7D2F-C9C3-8FED-F30D-A63A6C0DBF08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07:43.091" v="2878"/>
          <ac:picMkLst>
            <pc:docMk/>
            <pc:sldMk cId="2539122921" sldId="256"/>
            <ac:picMk id="72" creationId="{10A61AE0-C9D9-53EA-A1D1-50187EBB757A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07:47.542" v="2879"/>
          <ac:picMkLst>
            <pc:docMk/>
            <pc:sldMk cId="2539122921" sldId="256"/>
            <ac:picMk id="75" creationId="{7C07BC95-9B7D-E6B4-6804-B1816DAB2EEB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08:00.696" v="2881"/>
          <ac:picMkLst>
            <pc:docMk/>
            <pc:sldMk cId="2539122921" sldId="256"/>
            <ac:picMk id="76" creationId="{768EFFF8-1398-9096-B244-BAE1E64FDC40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08:10.423" v="2882"/>
          <ac:picMkLst>
            <pc:docMk/>
            <pc:sldMk cId="2539122921" sldId="256"/>
            <ac:picMk id="79" creationId="{C6B62B71-8D80-4486-BAB2-33F803142F06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08:25.719" v="2884"/>
          <ac:picMkLst>
            <pc:docMk/>
            <pc:sldMk cId="2539122921" sldId="256"/>
            <ac:picMk id="80" creationId="{1CFF21DC-7B7F-F985-0116-E66B44691F97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09:34.656" v="2885"/>
          <ac:picMkLst>
            <pc:docMk/>
            <pc:sldMk cId="2539122921" sldId="256"/>
            <ac:picMk id="83" creationId="{75EB86FF-5764-54FB-3632-E8E3C68F9969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09:51.005" v="2887"/>
          <ac:picMkLst>
            <pc:docMk/>
            <pc:sldMk cId="2539122921" sldId="256"/>
            <ac:picMk id="84" creationId="{38A9DE07-458E-094C-FD48-1F49C0A36AAB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09:55.033" v="2888"/>
          <ac:picMkLst>
            <pc:docMk/>
            <pc:sldMk cId="2539122921" sldId="256"/>
            <ac:picMk id="87" creationId="{0495C63B-F82D-8621-18D7-0099F8952D32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09:59.052" v="2890"/>
          <ac:picMkLst>
            <pc:docMk/>
            <pc:sldMk cId="2539122921" sldId="256"/>
            <ac:picMk id="88" creationId="{D5FAAD42-D533-96F7-6C3C-B6439D043D46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10:59.778" v="2891"/>
          <ac:picMkLst>
            <pc:docMk/>
            <pc:sldMk cId="2539122921" sldId="256"/>
            <ac:picMk id="91" creationId="{44FA958B-F353-1124-D47F-7E4732D6A66C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18:43.936" v="2893"/>
          <ac:picMkLst>
            <pc:docMk/>
            <pc:sldMk cId="2539122921" sldId="256"/>
            <ac:picMk id="92" creationId="{054295A1-01B3-CBA9-8977-35E7A95B02F3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18:48.219" v="2894"/>
          <ac:picMkLst>
            <pc:docMk/>
            <pc:sldMk cId="2539122921" sldId="256"/>
            <ac:picMk id="97" creationId="{1D88FA28-018C-D725-1895-E940A81F9C52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19:04.187" v="2896"/>
          <ac:picMkLst>
            <pc:docMk/>
            <pc:sldMk cId="2539122921" sldId="256"/>
            <ac:picMk id="98" creationId="{37B2853B-6EB2-5A81-E71E-19A80540F479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19:28.661" v="2897"/>
          <ac:picMkLst>
            <pc:docMk/>
            <pc:sldMk cId="2539122921" sldId="256"/>
            <ac:picMk id="101" creationId="{0C6C72B4-1597-EB07-6AE3-DC15C8BAFBB7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19:38.591" v="2899"/>
          <ac:picMkLst>
            <pc:docMk/>
            <pc:sldMk cId="2539122921" sldId="256"/>
            <ac:picMk id="102" creationId="{AD42E2AB-5B7D-82F0-E3AA-9C0FEAB520B1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19:43.034" v="2900"/>
          <ac:picMkLst>
            <pc:docMk/>
            <pc:sldMk cId="2539122921" sldId="256"/>
            <ac:picMk id="105" creationId="{54CB18F8-570A-A7B2-DEAB-BE7B26709BD9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19:45.377" v="2902"/>
          <ac:picMkLst>
            <pc:docMk/>
            <pc:sldMk cId="2539122921" sldId="256"/>
            <ac:picMk id="106" creationId="{42BCF9EF-1C16-B2C7-9BE9-677D00AAF681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20:08.728" v="2903"/>
          <ac:picMkLst>
            <pc:docMk/>
            <pc:sldMk cId="2539122921" sldId="256"/>
            <ac:picMk id="109" creationId="{D86BEFEC-8F15-2D9F-2747-22E9F624A2C0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28:08.065" v="2905"/>
          <ac:picMkLst>
            <pc:docMk/>
            <pc:sldMk cId="2539122921" sldId="256"/>
            <ac:picMk id="110" creationId="{4EFB16DA-6F60-F586-99F2-8D31E3FA84D9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33:57.155" v="2906"/>
          <ac:picMkLst>
            <pc:docMk/>
            <pc:sldMk cId="2539122921" sldId="256"/>
            <ac:picMk id="113" creationId="{6DFF5DC2-3F39-2910-1C64-D2E420D00B10}"/>
          </ac:picMkLst>
        </pc:picChg>
        <pc:picChg chg="add del mod">
          <ac:chgData name="(Student  C00276177) Tomas Smitas" userId="e774107f-2163-47ed-92a8-267c81fda801" providerId="ADAL" clId="{721F214C-3E94-49DF-84F8-3315B884A11B}" dt="2024-10-04T10:44:37.927" v="2908"/>
          <ac:picMkLst>
            <pc:docMk/>
            <pc:sldMk cId="2539122921" sldId="256"/>
            <ac:picMk id="114" creationId="{EF5D8D8C-0A3C-22A4-ED56-48680CFC08AF}"/>
          </ac:picMkLst>
        </pc:picChg>
        <pc:picChg chg="add del mod ord">
          <ac:chgData name="(Student  C00276177) Tomas Smitas" userId="e774107f-2163-47ed-92a8-267c81fda801" providerId="ADAL" clId="{721F214C-3E94-49DF-84F8-3315B884A11B}" dt="2024-10-04T10:50:21.309" v="2909"/>
          <ac:picMkLst>
            <pc:docMk/>
            <pc:sldMk cId="2539122921" sldId="256"/>
            <ac:picMk id="119" creationId="{E96BAC29-0CD9-1F8F-A647-3E6D41974CC8}"/>
          </ac:picMkLst>
        </pc:picChg>
        <pc:picChg chg="add mod">
          <ac:chgData name="(Student  C00276177) Tomas Smitas" userId="e774107f-2163-47ed-92a8-267c81fda801" providerId="ADAL" clId="{721F214C-3E94-49DF-84F8-3315B884A11B}" dt="2024-10-04T10:50:21.309" v="2909"/>
          <ac:picMkLst>
            <pc:docMk/>
            <pc:sldMk cId="2539122921" sldId="256"/>
            <ac:picMk id="120" creationId="{FE0ED468-4DCE-E026-8710-205FF162F77B}"/>
          </ac:picMkLst>
        </pc:picChg>
      </pc:sldChg>
      <pc:sldChg chg="modSp new del mod">
        <pc:chgData name="(Student  C00276177) Tomas Smitas" userId="e774107f-2163-47ed-92a8-267c81fda801" providerId="ADAL" clId="{721F214C-3E94-49DF-84F8-3315B884A11B}" dt="2024-10-01T09:49:17.867" v="2605" actId="2696"/>
        <pc:sldMkLst>
          <pc:docMk/>
          <pc:sldMk cId="3092018125" sldId="257"/>
        </pc:sldMkLst>
        <pc:spChg chg="mod">
          <ac:chgData name="(Student  C00276177) Tomas Smitas" userId="e774107f-2163-47ed-92a8-267c81fda801" providerId="ADAL" clId="{721F214C-3E94-49DF-84F8-3315B884A11B}" dt="2024-10-01T09:49:04.602" v="2604" actId="20577"/>
          <ac:spMkLst>
            <pc:docMk/>
            <pc:sldMk cId="3092018125" sldId="257"/>
            <ac:spMk id="2" creationId="{3DCD664A-7788-B2CC-C9C4-8B28E0FB824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6" Type="http://schemas.openxmlformats.org/officeDocument/2006/relationships/image" Target="../media/image27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6" Type="http://schemas.openxmlformats.org/officeDocument/2006/relationships/image" Target="../media/image27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5A7E0E-00B7-4A9C-A3C3-ECB4D9BF32B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4B7AF4-3A8B-4ADF-926E-D04343A67A5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Python - Main Programming Language</a:t>
          </a:r>
          <a:endParaRPr lang="en-US" sz="2000" dirty="0"/>
        </a:p>
      </dgm:t>
    </dgm:pt>
    <dgm:pt modelId="{52F53AF0-7B6B-477F-BFA1-7477333598B6}" type="parTrans" cxnId="{8563A864-B2CF-4112-B3EA-459656073B2C}">
      <dgm:prSet/>
      <dgm:spPr/>
      <dgm:t>
        <a:bodyPr/>
        <a:lstStyle/>
        <a:p>
          <a:endParaRPr lang="en-US"/>
        </a:p>
      </dgm:t>
    </dgm:pt>
    <dgm:pt modelId="{E2B6EA70-59A0-4B65-AAAD-E68BF09AE32C}" type="sibTrans" cxnId="{8563A864-B2CF-4112-B3EA-459656073B2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AE58B5E-C93F-41D0-A6F6-D1E16200C1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YOLO - Object Detection  </a:t>
          </a:r>
          <a:endParaRPr lang="en-US" sz="2000" dirty="0"/>
        </a:p>
      </dgm:t>
    </dgm:pt>
    <dgm:pt modelId="{3F225B14-8235-484D-8566-E644604961F1}" type="parTrans" cxnId="{560700C7-0D7A-401A-96D6-21BE1D10372B}">
      <dgm:prSet/>
      <dgm:spPr/>
      <dgm:t>
        <a:bodyPr/>
        <a:lstStyle/>
        <a:p>
          <a:endParaRPr lang="en-US"/>
        </a:p>
      </dgm:t>
    </dgm:pt>
    <dgm:pt modelId="{E5B63A6D-49F9-4FFB-98B2-A8BE431F9CD6}" type="sibTrans" cxnId="{560700C7-0D7A-401A-96D6-21BE1D1037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36FE28-DE30-4F99-9D61-A0E9F5DEDA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 err="1"/>
            <a:t>Ultralytics</a:t>
          </a:r>
          <a:r>
            <a:rPr lang="en-GB" sz="2000" dirty="0"/>
            <a:t> - Framework</a:t>
          </a:r>
          <a:endParaRPr lang="en-US" sz="2000" dirty="0"/>
        </a:p>
      </dgm:t>
    </dgm:pt>
    <dgm:pt modelId="{56422E37-A5DC-436A-AEFC-E932DC9A3BB8}" type="parTrans" cxnId="{AD7BDC29-341E-45F4-AC6D-EDB5812013E3}">
      <dgm:prSet/>
      <dgm:spPr/>
      <dgm:t>
        <a:bodyPr/>
        <a:lstStyle/>
        <a:p>
          <a:endParaRPr lang="en-US"/>
        </a:p>
      </dgm:t>
    </dgm:pt>
    <dgm:pt modelId="{533C9DD2-E670-4E24-8788-2DFF1C707758}" type="sibTrans" cxnId="{AD7BDC29-341E-45F4-AC6D-EDB5812013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5172726-9EC8-4DAB-9C24-AF72B6B26F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OpenCV – Computer Vision Library</a:t>
          </a:r>
          <a:endParaRPr lang="en-US" sz="2000" dirty="0"/>
        </a:p>
      </dgm:t>
    </dgm:pt>
    <dgm:pt modelId="{73FFB3CB-7C33-41DD-8A12-882B39708925}" type="parTrans" cxnId="{51E24B2F-0359-432E-85DB-CAB8CA647DA9}">
      <dgm:prSet/>
      <dgm:spPr/>
      <dgm:t>
        <a:bodyPr/>
        <a:lstStyle/>
        <a:p>
          <a:endParaRPr lang="en-US"/>
        </a:p>
      </dgm:t>
    </dgm:pt>
    <dgm:pt modelId="{AA1BEEFC-D513-46CB-9B46-15F5BB078A9E}" type="sibTrans" cxnId="{51E24B2F-0359-432E-85DB-CAB8CA647DA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2CDD00-1D69-4A6B-8AC4-8A36F0E79C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Flask – Web Framework</a:t>
          </a:r>
          <a:endParaRPr lang="en-US" sz="2000" dirty="0"/>
        </a:p>
      </dgm:t>
    </dgm:pt>
    <dgm:pt modelId="{8E9D8986-50DA-4A02-84B3-0AF8D257A10B}" type="parTrans" cxnId="{D3D34EF3-A831-4F86-A88B-1FE184433EC2}">
      <dgm:prSet/>
      <dgm:spPr/>
      <dgm:t>
        <a:bodyPr/>
        <a:lstStyle/>
        <a:p>
          <a:endParaRPr lang="en-US"/>
        </a:p>
      </dgm:t>
    </dgm:pt>
    <dgm:pt modelId="{C9B88B39-EB2D-4ABF-8671-D02D136D903F}" type="sibTrans" cxnId="{D3D34EF3-A831-4F86-A88B-1FE184433E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53FF18-8BD2-45BB-854A-CD8632CDC26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React – Front End</a:t>
          </a:r>
          <a:endParaRPr lang="en-US"/>
        </a:p>
      </dgm:t>
    </dgm:pt>
    <dgm:pt modelId="{3F312DDF-C86D-4D1A-BEA9-CA1ED720A1E9}" type="parTrans" cxnId="{E4931362-CEA6-46A7-8B79-64FE4862E462}">
      <dgm:prSet/>
      <dgm:spPr/>
      <dgm:t>
        <a:bodyPr/>
        <a:lstStyle/>
        <a:p>
          <a:endParaRPr lang="en-US"/>
        </a:p>
      </dgm:t>
    </dgm:pt>
    <dgm:pt modelId="{5A6C4911-DC52-4C0C-AB33-5529B1A85664}" type="sibTrans" cxnId="{E4931362-CEA6-46A7-8B79-64FE4862E46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B3BAF0-1DFF-452A-8E9F-7F6DAEDD52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SMTP – Email Service</a:t>
          </a:r>
          <a:endParaRPr lang="en-US" sz="2000" dirty="0"/>
        </a:p>
      </dgm:t>
    </dgm:pt>
    <dgm:pt modelId="{529EDF02-577C-4951-983B-D7146AD68EE1}" type="parTrans" cxnId="{057C216F-C623-4183-9313-45DF76E23918}">
      <dgm:prSet/>
      <dgm:spPr/>
      <dgm:t>
        <a:bodyPr/>
        <a:lstStyle/>
        <a:p>
          <a:endParaRPr lang="en-US"/>
        </a:p>
      </dgm:t>
    </dgm:pt>
    <dgm:pt modelId="{37073D6E-DE9C-466D-B8A7-DA360793B53F}" type="sibTrans" cxnId="{057C216F-C623-4183-9313-45DF76E2391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3A74F75-AC17-48AD-A734-885D21E05F6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MySQL - Database</a:t>
          </a:r>
          <a:endParaRPr lang="en-US"/>
        </a:p>
      </dgm:t>
    </dgm:pt>
    <dgm:pt modelId="{A78D69D4-C481-4375-86E7-E6DA0FDB81C4}" type="parTrans" cxnId="{4FC51E18-3D43-40B6-8ABD-C8F0DD2AADFE}">
      <dgm:prSet/>
      <dgm:spPr/>
      <dgm:t>
        <a:bodyPr/>
        <a:lstStyle/>
        <a:p>
          <a:endParaRPr lang="en-US"/>
        </a:p>
      </dgm:t>
    </dgm:pt>
    <dgm:pt modelId="{476BB39E-B252-4D9F-A234-5C771C87B329}" type="sibTrans" cxnId="{4FC51E18-3D43-40B6-8ABD-C8F0DD2AADFE}">
      <dgm:prSet/>
      <dgm:spPr/>
      <dgm:t>
        <a:bodyPr/>
        <a:lstStyle/>
        <a:p>
          <a:endParaRPr lang="en-US"/>
        </a:p>
      </dgm:t>
    </dgm:pt>
    <dgm:pt modelId="{F81935D9-ED78-4E69-99F9-0E39E5576FC3}" type="pres">
      <dgm:prSet presAssocID="{DF5A7E0E-00B7-4A9C-A3C3-ECB4D9BF32BC}" presName="root" presStyleCnt="0">
        <dgm:presLayoutVars>
          <dgm:dir/>
          <dgm:resizeHandles val="exact"/>
        </dgm:presLayoutVars>
      </dgm:prSet>
      <dgm:spPr/>
    </dgm:pt>
    <dgm:pt modelId="{522A7C9A-4EA9-4DDE-996C-76B8BD70627D}" type="pres">
      <dgm:prSet presAssocID="{DF5A7E0E-00B7-4A9C-A3C3-ECB4D9BF32BC}" presName="container" presStyleCnt="0">
        <dgm:presLayoutVars>
          <dgm:dir/>
          <dgm:resizeHandles val="exact"/>
        </dgm:presLayoutVars>
      </dgm:prSet>
      <dgm:spPr/>
    </dgm:pt>
    <dgm:pt modelId="{4E6D419B-BC5A-4E67-8223-0A4521DD8DB4}" type="pres">
      <dgm:prSet presAssocID="{694B7AF4-3A8B-4ADF-926E-D04343A67A5B}" presName="compNode" presStyleCnt="0"/>
      <dgm:spPr/>
    </dgm:pt>
    <dgm:pt modelId="{2AD9908B-4848-434F-9EFE-0BC3A842C512}" type="pres">
      <dgm:prSet presAssocID="{694B7AF4-3A8B-4ADF-926E-D04343A67A5B}" presName="iconBgRect" presStyleLbl="bgShp" presStyleIdx="0" presStyleCnt="8"/>
      <dgm:spPr/>
    </dgm:pt>
    <dgm:pt modelId="{4BAE8EAF-ADBE-4539-806A-4E0C49C7972A}" type="pres">
      <dgm:prSet presAssocID="{694B7AF4-3A8B-4ADF-926E-D04343A67A5B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A72B12D-36FB-4963-A09D-CABBD85A79D8}" type="pres">
      <dgm:prSet presAssocID="{694B7AF4-3A8B-4ADF-926E-D04343A67A5B}" presName="spaceRect" presStyleCnt="0"/>
      <dgm:spPr/>
    </dgm:pt>
    <dgm:pt modelId="{78D769C6-C2A1-4934-8341-175D00ECACE4}" type="pres">
      <dgm:prSet presAssocID="{694B7AF4-3A8B-4ADF-926E-D04343A67A5B}" presName="textRect" presStyleLbl="revTx" presStyleIdx="0" presStyleCnt="8">
        <dgm:presLayoutVars>
          <dgm:chMax val="1"/>
          <dgm:chPref val="1"/>
        </dgm:presLayoutVars>
      </dgm:prSet>
      <dgm:spPr/>
    </dgm:pt>
    <dgm:pt modelId="{0DBA7B9D-6474-46AF-881B-D93034A3AFDD}" type="pres">
      <dgm:prSet presAssocID="{E2B6EA70-59A0-4B65-AAAD-E68BF09AE32C}" presName="sibTrans" presStyleLbl="sibTrans2D1" presStyleIdx="0" presStyleCnt="0"/>
      <dgm:spPr/>
    </dgm:pt>
    <dgm:pt modelId="{3B2DC819-7056-4EAE-AEA4-9FD9879A0ADE}" type="pres">
      <dgm:prSet presAssocID="{FAE58B5E-C93F-41D0-A6F6-D1E16200C15F}" presName="compNode" presStyleCnt="0"/>
      <dgm:spPr/>
    </dgm:pt>
    <dgm:pt modelId="{6429BE27-F80E-40E8-AD6E-BCF5F22ACF2F}" type="pres">
      <dgm:prSet presAssocID="{FAE58B5E-C93F-41D0-A6F6-D1E16200C15F}" presName="iconBgRect" presStyleLbl="bgShp" presStyleIdx="1" presStyleCnt="8"/>
      <dgm:spPr/>
    </dgm:pt>
    <dgm:pt modelId="{906EF14B-2438-4714-AD22-63842EB6F1E0}" type="pres">
      <dgm:prSet presAssocID="{FAE58B5E-C93F-41D0-A6F6-D1E16200C15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FE623779-3B7E-40B4-B073-2778679AA538}" type="pres">
      <dgm:prSet presAssocID="{FAE58B5E-C93F-41D0-A6F6-D1E16200C15F}" presName="spaceRect" presStyleCnt="0"/>
      <dgm:spPr/>
    </dgm:pt>
    <dgm:pt modelId="{014EF6EE-6A61-415B-9F59-82878761BCF6}" type="pres">
      <dgm:prSet presAssocID="{FAE58B5E-C93F-41D0-A6F6-D1E16200C15F}" presName="textRect" presStyleLbl="revTx" presStyleIdx="1" presStyleCnt="8">
        <dgm:presLayoutVars>
          <dgm:chMax val="1"/>
          <dgm:chPref val="1"/>
        </dgm:presLayoutVars>
      </dgm:prSet>
      <dgm:spPr/>
    </dgm:pt>
    <dgm:pt modelId="{CAABA910-E77F-4BBA-AB26-EFAF7D5A42B3}" type="pres">
      <dgm:prSet presAssocID="{E5B63A6D-49F9-4FFB-98B2-A8BE431F9CD6}" presName="sibTrans" presStyleLbl="sibTrans2D1" presStyleIdx="0" presStyleCnt="0"/>
      <dgm:spPr/>
    </dgm:pt>
    <dgm:pt modelId="{6156EBE7-C30F-4D08-9FA5-70E13AC42593}" type="pres">
      <dgm:prSet presAssocID="{A936FE28-DE30-4F99-9D61-A0E9F5DEDAEB}" presName="compNode" presStyleCnt="0"/>
      <dgm:spPr/>
    </dgm:pt>
    <dgm:pt modelId="{93EFC311-3163-4675-AD5A-7C5466D8B716}" type="pres">
      <dgm:prSet presAssocID="{A936FE28-DE30-4F99-9D61-A0E9F5DEDAEB}" presName="iconBgRect" presStyleLbl="bgShp" presStyleIdx="2" presStyleCnt="8"/>
      <dgm:spPr/>
    </dgm:pt>
    <dgm:pt modelId="{D53E28EE-343E-461D-B22A-DCB62CB19F62}" type="pres">
      <dgm:prSet presAssocID="{A936FE28-DE30-4F99-9D61-A0E9F5DEDAEB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BF33D79-4656-41CD-A6E8-A83A4A468FC5}" type="pres">
      <dgm:prSet presAssocID="{A936FE28-DE30-4F99-9D61-A0E9F5DEDAEB}" presName="spaceRect" presStyleCnt="0"/>
      <dgm:spPr/>
    </dgm:pt>
    <dgm:pt modelId="{B2D728B1-EBB0-4B82-A07E-5A89FFDCFC6C}" type="pres">
      <dgm:prSet presAssocID="{A936FE28-DE30-4F99-9D61-A0E9F5DEDAEB}" presName="textRect" presStyleLbl="revTx" presStyleIdx="2" presStyleCnt="8">
        <dgm:presLayoutVars>
          <dgm:chMax val="1"/>
          <dgm:chPref val="1"/>
        </dgm:presLayoutVars>
      </dgm:prSet>
      <dgm:spPr/>
    </dgm:pt>
    <dgm:pt modelId="{1B1B7DA3-360E-4232-A669-53A1E80E14B7}" type="pres">
      <dgm:prSet presAssocID="{533C9DD2-E670-4E24-8788-2DFF1C707758}" presName="sibTrans" presStyleLbl="sibTrans2D1" presStyleIdx="0" presStyleCnt="0"/>
      <dgm:spPr/>
    </dgm:pt>
    <dgm:pt modelId="{4B0EE68C-2568-4B79-8471-A9098B85DB20}" type="pres">
      <dgm:prSet presAssocID="{05172726-9EC8-4DAB-9C24-AF72B6B26FE5}" presName="compNode" presStyleCnt="0"/>
      <dgm:spPr/>
    </dgm:pt>
    <dgm:pt modelId="{D086BA99-BDD5-4735-80BD-B0517490BB2B}" type="pres">
      <dgm:prSet presAssocID="{05172726-9EC8-4DAB-9C24-AF72B6B26FE5}" presName="iconBgRect" presStyleLbl="bgShp" presStyleIdx="3" presStyleCnt="8"/>
      <dgm:spPr/>
    </dgm:pt>
    <dgm:pt modelId="{31A3621F-3969-491A-A712-E795557EBBD1}" type="pres">
      <dgm:prSet presAssocID="{05172726-9EC8-4DAB-9C24-AF72B6B26FE5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55E9C20E-C647-45FF-870D-25E0975085F5}" type="pres">
      <dgm:prSet presAssocID="{05172726-9EC8-4DAB-9C24-AF72B6B26FE5}" presName="spaceRect" presStyleCnt="0"/>
      <dgm:spPr/>
    </dgm:pt>
    <dgm:pt modelId="{849CD35C-B223-47BF-8151-9396B4E709FE}" type="pres">
      <dgm:prSet presAssocID="{05172726-9EC8-4DAB-9C24-AF72B6B26FE5}" presName="textRect" presStyleLbl="revTx" presStyleIdx="3" presStyleCnt="8">
        <dgm:presLayoutVars>
          <dgm:chMax val="1"/>
          <dgm:chPref val="1"/>
        </dgm:presLayoutVars>
      </dgm:prSet>
      <dgm:spPr/>
    </dgm:pt>
    <dgm:pt modelId="{EA867568-FABB-40E0-A8DC-2830EDAED5E9}" type="pres">
      <dgm:prSet presAssocID="{AA1BEEFC-D513-46CB-9B46-15F5BB078A9E}" presName="sibTrans" presStyleLbl="sibTrans2D1" presStyleIdx="0" presStyleCnt="0"/>
      <dgm:spPr/>
    </dgm:pt>
    <dgm:pt modelId="{B4793F64-45F5-41AF-8C7D-3B30C8F64560}" type="pres">
      <dgm:prSet presAssocID="{472CDD00-1D69-4A6B-8AC4-8A36F0E79CA1}" presName="compNode" presStyleCnt="0"/>
      <dgm:spPr/>
    </dgm:pt>
    <dgm:pt modelId="{230E90DD-B592-4283-A161-126B3624F6DA}" type="pres">
      <dgm:prSet presAssocID="{472CDD00-1D69-4A6B-8AC4-8A36F0E79CA1}" presName="iconBgRect" presStyleLbl="bgShp" presStyleIdx="4" presStyleCnt="8"/>
      <dgm:spPr/>
    </dgm:pt>
    <dgm:pt modelId="{1E2A6E66-6D92-4B3C-946C-D067F50F008C}" type="pres">
      <dgm:prSet presAssocID="{472CDD00-1D69-4A6B-8AC4-8A36F0E79CA1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B773059A-2183-4C7C-A11B-AF404735963D}" type="pres">
      <dgm:prSet presAssocID="{472CDD00-1D69-4A6B-8AC4-8A36F0E79CA1}" presName="spaceRect" presStyleCnt="0"/>
      <dgm:spPr/>
    </dgm:pt>
    <dgm:pt modelId="{2C92A4C9-A4A1-486F-BB11-2CE4FCC41BC8}" type="pres">
      <dgm:prSet presAssocID="{472CDD00-1D69-4A6B-8AC4-8A36F0E79CA1}" presName="textRect" presStyleLbl="revTx" presStyleIdx="4" presStyleCnt="8">
        <dgm:presLayoutVars>
          <dgm:chMax val="1"/>
          <dgm:chPref val="1"/>
        </dgm:presLayoutVars>
      </dgm:prSet>
      <dgm:spPr/>
    </dgm:pt>
    <dgm:pt modelId="{688FBCBE-48AB-492D-A16C-7647775AC9B3}" type="pres">
      <dgm:prSet presAssocID="{C9B88B39-EB2D-4ABF-8671-D02D136D903F}" presName="sibTrans" presStyleLbl="sibTrans2D1" presStyleIdx="0" presStyleCnt="0"/>
      <dgm:spPr/>
    </dgm:pt>
    <dgm:pt modelId="{B5B05572-F54B-4E8A-95F5-3023B86A8F6C}" type="pres">
      <dgm:prSet presAssocID="{6153FF18-8BD2-45BB-854A-CD8632CDC26A}" presName="compNode" presStyleCnt="0"/>
      <dgm:spPr/>
    </dgm:pt>
    <dgm:pt modelId="{5E08B028-D48B-43E3-8B29-4B2BAEB7BB71}" type="pres">
      <dgm:prSet presAssocID="{6153FF18-8BD2-45BB-854A-CD8632CDC26A}" presName="iconBgRect" presStyleLbl="bgShp" presStyleIdx="5" presStyleCnt="8"/>
      <dgm:spPr/>
    </dgm:pt>
    <dgm:pt modelId="{5C0DFA92-FC88-416D-A93F-4F63BA45CB72}" type="pres">
      <dgm:prSet presAssocID="{6153FF18-8BD2-45BB-854A-CD8632CDC26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35F52B9-86A2-4F18-88F3-34CB4E661EEE}" type="pres">
      <dgm:prSet presAssocID="{6153FF18-8BD2-45BB-854A-CD8632CDC26A}" presName="spaceRect" presStyleCnt="0"/>
      <dgm:spPr/>
    </dgm:pt>
    <dgm:pt modelId="{F4629CC3-0C20-4301-9F76-4BAD0A2A8F00}" type="pres">
      <dgm:prSet presAssocID="{6153FF18-8BD2-45BB-854A-CD8632CDC26A}" presName="textRect" presStyleLbl="revTx" presStyleIdx="5" presStyleCnt="8">
        <dgm:presLayoutVars>
          <dgm:chMax val="1"/>
          <dgm:chPref val="1"/>
        </dgm:presLayoutVars>
      </dgm:prSet>
      <dgm:spPr/>
    </dgm:pt>
    <dgm:pt modelId="{136ACD61-CD3B-4B4A-B271-6B179AC197A7}" type="pres">
      <dgm:prSet presAssocID="{5A6C4911-DC52-4C0C-AB33-5529B1A85664}" presName="sibTrans" presStyleLbl="sibTrans2D1" presStyleIdx="0" presStyleCnt="0"/>
      <dgm:spPr/>
    </dgm:pt>
    <dgm:pt modelId="{8A7BB095-EF89-4C1D-9655-2D1CE3770D9E}" type="pres">
      <dgm:prSet presAssocID="{D4B3BAF0-1DFF-452A-8E9F-7F6DAEDD5259}" presName="compNode" presStyleCnt="0"/>
      <dgm:spPr/>
    </dgm:pt>
    <dgm:pt modelId="{58B8AE8F-260D-42F7-BBE5-DD2F7E1CBF28}" type="pres">
      <dgm:prSet presAssocID="{D4B3BAF0-1DFF-452A-8E9F-7F6DAEDD5259}" presName="iconBgRect" presStyleLbl="bgShp" presStyleIdx="6" presStyleCnt="8"/>
      <dgm:spPr/>
    </dgm:pt>
    <dgm:pt modelId="{93F08456-3D4B-4A75-9D1B-DAA22C0971BE}" type="pres">
      <dgm:prSet presAssocID="{D4B3BAF0-1DFF-452A-8E9F-7F6DAEDD5259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4AF40E4-7BC2-431E-A3E8-A9EBD3F6DF27}" type="pres">
      <dgm:prSet presAssocID="{D4B3BAF0-1DFF-452A-8E9F-7F6DAEDD5259}" presName="spaceRect" presStyleCnt="0"/>
      <dgm:spPr/>
    </dgm:pt>
    <dgm:pt modelId="{1B40DF30-A746-419C-8E38-FCE8F971C852}" type="pres">
      <dgm:prSet presAssocID="{D4B3BAF0-1DFF-452A-8E9F-7F6DAEDD5259}" presName="textRect" presStyleLbl="revTx" presStyleIdx="6" presStyleCnt="8">
        <dgm:presLayoutVars>
          <dgm:chMax val="1"/>
          <dgm:chPref val="1"/>
        </dgm:presLayoutVars>
      </dgm:prSet>
      <dgm:spPr/>
    </dgm:pt>
    <dgm:pt modelId="{D74BBFFF-A7D5-4755-928F-20DA8330DE1B}" type="pres">
      <dgm:prSet presAssocID="{37073D6E-DE9C-466D-B8A7-DA360793B53F}" presName="sibTrans" presStyleLbl="sibTrans2D1" presStyleIdx="0" presStyleCnt="0"/>
      <dgm:spPr/>
    </dgm:pt>
    <dgm:pt modelId="{A1019E3C-27AE-43B4-B945-E6087245F03A}" type="pres">
      <dgm:prSet presAssocID="{E3A74F75-AC17-48AD-A734-885D21E05F60}" presName="compNode" presStyleCnt="0"/>
      <dgm:spPr/>
    </dgm:pt>
    <dgm:pt modelId="{90BBE456-1271-41E3-A4A0-7981AB2AB571}" type="pres">
      <dgm:prSet presAssocID="{E3A74F75-AC17-48AD-A734-885D21E05F60}" presName="iconBgRect" presStyleLbl="bgShp" presStyleIdx="7" presStyleCnt="8"/>
      <dgm:spPr/>
    </dgm:pt>
    <dgm:pt modelId="{2B7FF431-6AED-4904-933E-DC5FEE4BFE90}" type="pres">
      <dgm:prSet presAssocID="{E3A74F75-AC17-48AD-A734-885D21E05F60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FC63E64-412F-4214-AB09-1798438F30D4}" type="pres">
      <dgm:prSet presAssocID="{E3A74F75-AC17-48AD-A734-885D21E05F60}" presName="spaceRect" presStyleCnt="0"/>
      <dgm:spPr/>
    </dgm:pt>
    <dgm:pt modelId="{3F7E97DC-2B49-4675-ACFB-DE26AFA41FDD}" type="pres">
      <dgm:prSet presAssocID="{E3A74F75-AC17-48AD-A734-885D21E05F60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83B4016-4C19-4B2F-8487-066D9BE2E9BE}" type="presOf" srcId="{E5B63A6D-49F9-4FFB-98B2-A8BE431F9CD6}" destId="{CAABA910-E77F-4BBA-AB26-EFAF7D5A42B3}" srcOrd="0" destOrd="0" presId="urn:microsoft.com/office/officeart/2018/2/layout/IconCircleList"/>
    <dgm:cxn modelId="{4FC51E18-3D43-40B6-8ABD-C8F0DD2AADFE}" srcId="{DF5A7E0E-00B7-4A9C-A3C3-ECB4D9BF32BC}" destId="{E3A74F75-AC17-48AD-A734-885D21E05F60}" srcOrd="7" destOrd="0" parTransId="{A78D69D4-C481-4375-86E7-E6DA0FDB81C4}" sibTransId="{476BB39E-B252-4D9F-A234-5C771C87B329}"/>
    <dgm:cxn modelId="{FA54E01D-6922-47D8-9FBE-C78FDCB006FE}" type="presOf" srcId="{D4B3BAF0-1DFF-452A-8E9F-7F6DAEDD5259}" destId="{1B40DF30-A746-419C-8E38-FCE8F971C852}" srcOrd="0" destOrd="0" presId="urn:microsoft.com/office/officeart/2018/2/layout/IconCircleList"/>
    <dgm:cxn modelId="{AD7BDC29-341E-45F4-AC6D-EDB5812013E3}" srcId="{DF5A7E0E-00B7-4A9C-A3C3-ECB4D9BF32BC}" destId="{A936FE28-DE30-4F99-9D61-A0E9F5DEDAEB}" srcOrd="2" destOrd="0" parTransId="{56422E37-A5DC-436A-AEFC-E932DC9A3BB8}" sibTransId="{533C9DD2-E670-4E24-8788-2DFF1C707758}"/>
    <dgm:cxn modelId="{51E24B2F-0359-432E-85DB-CAB8CA647DA9}" srcId="{DF5A7E0E-00B7-4A9C-A3C3-ECB4D9BF32BC}" destId="{05172726-9EC8-4DAB-9C24-AF72B6B26FE5}" srcOrd="3" destOrd="0" parTransId="{73FFB3CB-7C33-41DD-8A12-882B39708925}" sibTransId="{AA1BEEFC-D513-46CB-9B46-15F5BB078A9E}"/>
    <dgm:cxn modelId="{D2776030-A5D4-40F6-A5EF-A48622E7DEE8}" type="presOf" srcId="{C9B88B39-EB2D-4ABF-8671-D02D136D903F}" destId="{688FBCBE-48AB-492D-A16C-7647775AC9B3}" srcOrd="0" destOrd="0" presId="urn:microsoft.com/office/officeart/2018/2/layout/IconCircleList"/>
    <dgm:cxn modelId="{9A5FF334-2F24-4B52-BDC9-64A44BE99DBE}" type="presOf" srcId="{472CDD00-1D69-4A6B-8AC4-8A36F0E79CA1}" destId="{2C92A4C9-A4A1-486F-BB11-2CE4FCC41BC8}" srcOrd="0" destOrd="0" presId="urn:microsoft.com/office/officeart/2018/2/layout/IconCircleList"/>
    <dgm:cxn modelId="{8442D637-55B4-4B32-902C-4B64404AF09A}" type="presOf" srcId="{AA1BEEFC-D513-46CB-9B46-15F5BB078A9E}" destId="{EA867568-FABB-40E0-A8DC-2830EDAED5E9}" srcOrd="0" destOrd="0" presId="urn:microsoft.com/office/officeart/2018/2/layout/IconCircleList"/>
    <dgm:cxn modelId="{E4931362-CEA6-46A7-8B79-64FE4862E462}" srcId="{DF5A7E0E-00B7-4A9C-A3C3-ECB4D9BF32BC}" destId="{6153FF18-8BD2-45BB-854A-CD8632CDC26A}" srcOrd="5" destOrd="0" parTransId="{3F312DDF-C86D-4D1A-BEA9-CA1ED720A1E9}" sibTransId="{5A6C4911-DC52-4C0C-AB33-5529B1A85664}"/>
    <dgm:cxn modelId="{61439842-D820-42EC-8B75-2CB8E6C16D4E}" type="presOf" srcId="{694B7AF4-3A8B-4ADF-926E-D04343A67A5B}" destId="{78D769C6-C2A1-4934-8341-175D00ECACE4}" srcOrd="0" destOrd="0" presId="urn:microsoft.com/office/officeart/2018/2/layout/IconCircleList"/>
    <dgm:cxn modelId="{8563A864-B2CF-4112-B3EA-459656073B2C}" srcId="{DF5A7E0E-00B7-4A9C-A3C3-ECB4D9BF32BC}" destId="{694B7AF4-3A8B-4ADF-926E-D04343A67A5B}" srcOrd="0" destOrd="0" parTransId="{52F53AF0-7B6B-477F-BFA1-7477333598B6}" sibTransId="{E2B6EA70-59A0-4B65-AAAD-E68BF09AE32C}"/>
    <dgm:cxn modelId="{057C216F-C623-4183-9313-45DF76E23918}" srcId="{DF5A7E0E-00B7-4A9C-A3C3-ECB4D9BF32BC}" destId="{D4B3BAF0-1DFF-452A-8E9F-7F6DAEDD5259}" srcOrd="6" destOrd="0" parTransId="{529EDF02-577C-4951-983B-D7146AD68EE1}" sibTransId="{37073D6E-DE9C-466D-B8A7-DA360793B53F}"/>
    <dgm:cxn modelId="{9FD73359-065B-4CFD-9856-C822F7A97EB7}" type="presOf" srcId="{5A6C4911-DC52-4C0C-AB33-5529B1A85664}" destId="{136ACD61-CD3B-4B4A-B271-6B179AC197A7}" srcOrd="0" destOrd="0" presId="urn:microsoft.com/office/officeart/2018/2/layout/IconCircleList"/>
    <dgm:cxn modelId="{7C8DB87F-B5CC-4F31-B5E4-ED8CF1BDA5A3}" type="presOf" srcId="{FAE58B5E-C93F-41D0-A6F6-D1E16200C15F}" destId="{014EF6EE-6A61-415B-9F59-82878761BCF6}" srcOrd="0" destOrd="0" presId="urn:microsoft.com/office/officeart/2018/2/layout/IconCircleList"/>
    <dgm:cxn modelId="{D1F84C86-A4DC-4047-8F8E-A51ACEB18D71}" type="presOf" srcId="{533C9DD2-E670-4E24-8788-2DFF1C707758}" destId="{1B1B7DA3-360E-4232-A669-53A1E80E14B7}" srcOrd="0" destOrd="0" presId="urn:microsoft.com/office/officeart/2018/2/layout/IconCircleList"/>
    <dgm:cxn modelId="{61AB9A92-99E3-4DFD-BD81-99510D6BE229}" type="presOf" srcId="{37073D6E-DE9C-466D-B8A7-DA360793B53F}" destId="{D74BBFFF-A7D5-4755-928F-20DA8330DE1B}" srcOrd="0" destOrd="0" presId="urn:microsoft.com/office/officeart/2018/2/layout/IconCircleList"/>
    <dgm:cxn modelId="{38C85E96-213F-449F-98F8-2E3914350254}" type="presOf" srcId="{E2B6EA70-59A0-4B65-AAAD-E68BF09AE32C}" destId="{0DBA7B9D-6474-46AF-881B-D93034A3AFDD}" srcOrd="0" destOrd="0" presId="urn:microsoft.com/office/officeart/2018/2/layout/IconCircleList"/>
    <dgm:cxn modelId="{2905FCAC-39B5-4172-A4FB-DE4F8D7FAC85}" type="presOf" srcId="{6153FF18-8BD2-45BB-854A-CD8632CDC26A}" destId="{F4629CC3-0C20-4301-9F76-4BAD0A2A8F00}" srcOrd="0" destOrd="0" presId="urn:microsoft.com/office/officeart/2018/2/layout/IconCircleList"/>
    <dgm:cxn modelId="{7FA264AF-DC97-4397-A601-9A7741CE43CB}" type="presOf" srcId="{DF5A7E0E-00B7-4A9C-A3C3-ECB4D9BF32BC}" destId="{F81935D9-ED78-4E69-99F9-0E39E5576FC3}" srcOrd="0" destOrd="0" presId="urn:microsoft.com/office/officeart/2018/2/layout/IconCircleList"/>
    <dgm:cxn modelId="{6D03BEC5-659F-4BC5-A484-13D3B1B8F949}" type="presOf" srcId="{A936FE28-DE30-4F99-9D61-A0E9F5DEDAEB}" destId="{B2D728B1-EBB0-4B82-A07E-5A89FFDCFC6C}" srcOrd="0" destOrd="0" presId="urn:microsoft.com/office/officeart/2018/2/layout/IconCircleList"/>
    <dgm:cxn modelId="{560700C7-0D7A-401A-96D6-21BE1D10372B}" srcId="{DF5A7E0E-00B7-4A9C-A3C3-ECB4D9BF32BC}" destId="{FAE58B5E-C93F-41D0-A6F6-D1E16200C15F}" srcOrd="1" destOrd="0" parTransId="{3F225B14-8235-484D-8566-E644604961F1}" sibTransId="{E5B63A6D-49F9-4FFB-98B2-A8BE431F9CD6}"/>
    <dgm:cxn modelId="{D3D34EF3-A831-4F86-A88B-1FE184433EC2}" srcId="{DF5A7E0E-00B7-4A9C-A3C3-ECB4D9BF32BC}" destId="{472CDD00-1D69-4A6B-8AC4-8A36F0E79CA1}" srcOrd="4" destOrd="0" parTransId="{8E9D8986-50DA-4A02-84B3-0AF8D257A10B}" sibTransId="{C9B88B39-EB2D-4ABF-8671-D02D136D903F}"/>
    <dgm:cxn modelId="{29B17EF6-E0CA-4D91-854D-C62997C473CA}" type="presOf" srcId="{05172726-9EC8-4DAB-9C24-AF72B6B26FE5}" destId="{849CD35C-B223-47BF-8151-9396B4E709FE}" srcOrd="0" destOrd="0" presId="urn:microsoft.com/office/officeart/2018/2/layout/IconCircleList"/>
    <dgm:cxn modelId="{01F44BF7-2E8C-452F-A489-BF982C147C9D}" type="presOf" srcId="{E3A74F75-AC17-48AD-A734-885D21E05F60}" destId="{3F7E97DC-2B49-4675-ACFB-DE26AFA41FDD}" srcOrd="0" destOrd="0" presId="urn:microsoft.com/office/officeart/2018/2/layout/IconCircleList"/>
    <dgm:cxn modelId="{5EB0C63A-22A8-4F4B-87B4-BB3B4622797A}" type="presParOf" srcId="{F81935D9-ED78-4E69-99F9-0E39E5576FC3}" destId="{522A7C9A-4EA9-4DDE-996C-76B8BD70627D}" srcOrd="0" destOrd="0" presId="urn:microsoft.com/office/officeart/2018/2/layout/IconCircleList"/>
    <dgm:cxn modelId="{FECE67FA-6C78-458F-B8AA-2CE406DF5B20}" type="presParOf" srcId="{522A7C9A-4EA9-4DDE-996C-76B8BD70627D}" destId="{4E6D419B-BC5A-4E67-8223-0A4521DD8DB4}" srcOrd="0" destOrd="0" presId="urn:microsoft.com/office/officeart/2018/2/layout/IconCircleList"/>
    <dgm:cxn modelId="{B983F07E-1827-4283-B5B2-49FD7BCAFE26}" type="presParOf" srcId="{4E6D419B-BC5A-4E67-8223-0A4521DD8DB4}" destId="{2AD9908B-4848-434F-9EFE-0BC3A842C512}" srcOrd="0" destOrd="0" presId="urn:microsoft.com/office/officeart/2018/2/layout/IconCircleList"/>
    <dgm:cxn modelId="{A94CEB66-9870-4ED9-8882-DF201D317F6B}" type="presParOf" srcId="{4E6D419B-BC5A-4E67-8223-0A4521DD8DB4}" destId="{4BAE8EAF-ADBE-4539-806A-4E0C49C7972A}" srcOrd="1" destOrd="0" presId="urn:microsoft.com/office/officeart/2018/2/layout/IconCircleList"/>
    <dgm:cxn modelId="{1B1854DE-31EB-4757-9B83-B672F6ACD52D}" type="presParOf" srcId="{4E6D419B-BC5A-4E67-8223-0A4521DD8DB4}" destId="{5A72B12D-36FB-4963-A09D-CABBD85A79D8}" srcOrd="2" destOrd="0" presId="urn:microsoft.com/office/officeart/2018/2/layout/IconCircleList"/>
    <dgm:cxn modelId="{2E7C11FF-7492-4D06-8880-03F6B135AFA6}" type="presParOf" srcId="{4E6D419B-BC5A-4E67-8223-0A4521DD8DB4}" destId="{78D769C6-C2A1-4934-8341-175D00ECACE4}" srcOrd="3" destOrd="0" presId="urn:microsoft.com/office/officeart/2018/2/layout/IconCircleList"/>
    <dgm:cxn modelId="{55F14747-9565-456C-85B8-CFB6D6256A7A}" type="presParOf" srcId="{522A7C9A-4EA9-4DDE-996C-76B8BD70627D}" destId="{0DBA7B9D-6474-46AF-881B-D93034A3AFDD}" srcOrd="1" destOrd="0" presId="urn:microsoft.com/office/officeart/2018/2/layout/IconCircleList"/>
    <dgm:cxn modelId="{1915B752-B10D-452C-9EC7-FBEFE5ADCE53}" type="presParOf" srcId="{522A7C9A-4EA9-4DDE-996C-76B8BD70627D}" destId="{3B2DC819-7056-4EAE-AEA4-9FD9879A0ADE}" srcOrd="2" destOrd="0" presId="urn:microsoft.com/office/officeart/2018/2/layout/IconCircleList"/>
    <dgm:cxn modelId="{515B55F4-1C31-43B5-A334-6FF7810A9856}" type="presParOf" srcId="{3B2DC819-7056-4EAE-AEA4-9FD9879A0ADE}" destId="{6429BE27-F80E-40E8-AD6E-BCF5F22ACF2F}" srcOrd="0" destOrd="0" presId="urn:microsoft.com/office/officeart/2018/2/layout/IconCircleList"/>
    <dgm:cxn modelId="{182204B4-1631-4894-994E-91F661555457}" type="presParOf" srcId="{3B2DC819-7056-4EAE-AEA4-9FD9879A0ADE}" destId="{906EF14B-2438-4714-AD22-63842EB6F1E0}" srcOrd="1" destOrd="0" presId="urn:microsoft.com/office/officeart/2018/2/layout/IconCircleList"/>
    <dgm:cxn modelId="{4BA73D34-421A-4BF1-B30A-92834D315A90}" type="presParOf" srcId="{3B2DC819-7056-4EAE-AEA4-9FD9879A0ADE}" destId="{FE623779-3B7E-40B4-B073-2778679AA538}" srcOrd="2" destOrd="0" presId="urn:microsoft.com/office/officeart/2018/2/layout/IconCircleList"/>
    <dgm:cxn modelId="{30FBCA72-9A13-42DA-8069-D66F8A7C6412}" type="presParOf" srcId="{3B2DC819-7056-4EAE-AEA4-9FD9879A0ADE}" destId="{014EF6EE-6A61-415B-9F59-82878761BCF6}" srcOrd="3" destOrd="0" presId="urn:microsoft.com/office/officeart/2018/2/layout/IconCircleList"/>
    <dgm:cxn modelId="{F824F9E2-AE12-4B0D-BA8E-D09296CD9A16}" type="presParOf" srcId="{522A7C9A-4EA9-4DDE-996C-76B8BD70627D}" destId="{CAABA910-E77F-4BBA-AB26-EFAF7D5A42B3}" srcOrd="3" destOrd="0" presId="urn:microsoft.com/office/officeart/2018/2/layout/IconCircleList"/>
    <dgm:cxn modelId="{DCE59419-8604-4D4A-9424-26D9153F8A59}" type="presParOf" srcId="{522A7C9A-4EA9-4DDE-996C-76B8BD70627D}" destId="{6156EBE7-C30F-4D08-9FA5-70E13AC42593}" srcOrd="4" destOrd="0" presId="urn:microsoft.com/office/officeart/2018/2/layout/IconCircleList"/>
    <dgm:cxn modelId="{0AE05C71-6B04-405E-8659-B63E1C8D3AD0}" type="presParOf" srcId="{6156EBE7-C30F-4D08-9FA5-70E13AC42593}" destId="{93EFC311-3163-4675-AD5A-7C5466D8B716}" srcOrd="0" destOrd="0" presId="urn:microsoft.com/office/officeart/2018/2/layout/IconCircleList"/>
    <dgm:cxn modelId="{F71CA7A1-4F22-448A-9B9D-9983FF4070D1}" type="presParOf" srcId="{6156EBE7-C30F-4D08-9FA5-70E13AC42593}" destId="{D53E28EE-343E-461D-B22A-DCB62CB19F62}" srcOrd="1" destOrd="0" presId="urn:microsoft.com/office/officeart/2018/2/layout/IconCircleList"/>
    <dgm:cxn modelId="{6A3BE9F3-0C6F-4241-BFAD-12E78AA020C7}" type="presParOf" srcId="{6156EBE7-C30F-4D08-9FA5-70E13AC42593}" destId="{5BF33D79-4656-41CD-A6E8-A83A4A468FC5}" srcOrd="2" destOrd="0" presId="urn:microsoft.com/office/officeart/2018/2/layout/IconCircleList"/>
    <dgm:cxn modelId="{0B487F4E-8ECF-4750-85F6-FA8DE120786E}" type="presParOf" srcId="{6156EBE7-C30F-4D08-9FA5-70E13AC42593}" destId="{B2D728B1-EBB0-4B82-A07E-5A89FFDCFC6C}" srcOrd="3" destOrd="0" presId="urn:microsoft.com/office/officeart/2018/2/layout/IconCircleList"/>
    <dgm:cxn modelId="{A86D8215-8DCC-4D66-A2E5-641D77CAE9BF}" type="presParOf" srcId="{522A7C9A-4EA9-4DDE-996C-76B8BD70627D}" destId="{1B1B7DA3-360E-4232-A669-53A1E80E14B7}" srcOrd="5" destOrd="0" presId="urn:microsoft.com/office/officeart/2018/2/layout/IconCircleList"/>
    <dgm:cxn modelId="{1FFD0FEB-010D-4495-B944-5C658543BA79}" type="presParOf" srcId="{522A7C9A-4EA9-4DDE-996C-76B8BD70627D}" destId="{4B0EE68C-2568-4B79-8471-A9098B85DB20}" srcOrd="6" destOrd="0" presId="urn:microsoft.com/office/officeart/2018/2/layout/IconCircleList"/>
    <dgm:cxn modelId="{E43AEDD5-C865-4AAF-A708-9CCD01F1165F}" type="presParOf" srcId="{4B0EE68C-2568-4B79-8471-A9098B85DB20}" destId="{D086BA99-BDD5-4735-80BD-B0517490BB2B}" srcOrd="0" destOrd="0" presId="urn:microsoft.com/office/officeart/2018/2/layout/IconCircleList"/>
    <dgm:cxn modelId="{AED0DEF1-268C-4883-9442-D2C294E00C57}" type="presParOf" srcId="{4B0EE68C-2568-4B79-8471-A9098B85DB20}" destId="{31A3621F-3969-491A-A712-E795557EBBD1}" srcOrd="1" destOrd="0" presId="urn:microsoft.com/office/officeart/2018/2/layout/IconCircleList"/>
    <dgm:cxn modelId="{9D7E6706-E62D-4523-B9AB-124BDA1119E0}" type="presParOf" srcId="{4B0EE68C-2568-4B79-8471-A9098B85DB20}" destId="{55E9C20E-C647-45FF-870D-25E0975085F5}" srcOrd="2" destOrd="0" presId="urn:microsoft.com/office/officeart/2018/2/layout/IconCircleList"/>
    <dgm:cxn modelId="{BFFFE442-1484-4081-9C40-863D20340E09}" type="presParOf" srcId="{4B0EE68C-2568-4B79-8471-A9098B85DB20}" destId="{849CD35C-B223-47BF-8151-9396B4E709FE}" srcOrd="3" destOrd="0" presId="urn:microsoft.com/office/officeart/2018/2/layout/IconCircleList"/>
    <dgm:cxn modelId="{830FD383-C9D0-4CC4-945C-1878D8E2595A}" type="presParOf" srcId="{522A7C9A-4EA9-4DDE-996C-76B8BD70627D}" destId="{EA867568-FABB-40E0-A8DC-2830EDAED5E9}" srcOrd="7" destOrd="0" presId="urn:microsoft.com/office/officeart/2018/2/layout/IconCircleList"/>
    <dgm:cxn modelId="{86BFFFEC-B2C5-4CDC-B15B-5EF426B8D3BB}" type="presParOf" srcId="{522A7C9A-4EA9-4DDE-996C-76B8BD70627D}" destId="{B4793F64-45F5-41AF-8C7D-3B30C8F64560}" srcOrd="8" destOrd="0" presId="urn:microsoft.com/office/officeart/2018/2/layout/IconCircleList"/>
    <dgm:cxn modelId="{A03CE083-0241-4268-B324-C9B05F96B54C}" type="presParOf" srcId="{B4793F64-45F5-41AF-8C7D-3B30C8F64560}" destId="{230E90DD-B592-4283-A161-126B3624F6DA}" srcOrd="0" destOrd="0" presId="urn:microsoft.com/office/officeart/2018/2/layout/IconCircleList"/>
    <dgm:cxn modelId="{697CB9D0-BDBC-4F8B-BE39-CAADF543577A}" type="presParOf" srcId="{B4793F64-45F5-41AF-8C7D-3B30C8F64560}" destId="{1E2A6E66-6D92-4B3C-946C-D067F50F008C}" srcOrd="1" destOrd="0" presId="urn:microsoft.com/office/officeart/2018/2/layout/IconCircleList"/>
    <dgm:cxn modelId="{4C03B9BA-42E4-4019-8A88-2FB49567758D}" type="presParOf" srcId="{B4793F64-45F5-41AF-8C7D-3B30C8F64560}" destId="{B773059A-2183-4C7C-A11B-AF404735963D}" srcOrd="2" destOrd="0" presId="urn:microsoft.com/office/officeart/2018/2/layout/IconCircleList"/>
    <dgm:cxn modelId="{A3CA4DA4-ADDC-4157-845B-678C26343DD1}" type="presParOf" srcId="{B4793F64-45F5-41AF-8C7D-3B30C8F64560}" destId="{2C92A4C9-A4A1-486F-BB11-2CE4FCC41BC8}" srcOrd="3" destOrd="0" presId="urn:microsoft.com/office/officeart/2018/2/layout/IconCircleList"/>
    <dgm:cxn modelId="{641AE11D-1FDB-42F2-BF0B-837C2C2F4D83}" type="presParOf" srcId="{522A7C9A-4EA9-4DDE-996C-76B8BD70627D}" destId="{688FBCBE-48AB-492D-A16C-7647775AC9B3}" srcOrd="9" destOrd="0" presId="urn:microsoft.com/office/officeart/2018/2/layout/IconCircleList"/>
    <dgm:cxn modelId="{A8F92E8E-3342-4C60-84B5-090DEC84F003}" type="presParOf" srcId="{522A7C9A-4EA9-4DDE-996C-76B8BD70627D}" destId="{B5B05572-F54B-4E8A-95F5-3023B86A8F6C}" srcOrd="10" destOrd="0" presId="urn:microsoft.com/office/officeart/2018/2/layout/IconCircleList"/>
    <dgm:cxn modelId="{3F18E374-6ECF-45EE-83FE-D2761B1E77F8}" type="presParOf" srcId="{B5B05572-F54B-4E8A-95F5-3023B86A8F6C}" destId="{5E08B028-D48B-43E3-8B29-4B2BAEB7BB71}" srcOrd="0" destOrd="0" presId="urn:microsoft.com/office/officeart/2018/2/layout/IconCircleList"/>
    <dgm:cxn modelId="{8CA335B2-6D55-4EA9-AFAB-82B6BF330F11}" type="presParOf" srcId="{B5B05572-F54B-4E8A-95F5-3023B86A8F6C}" destId="{5C0DFA92-FC88-416D-A93F-4F63BA45CB72}" srcOrd="1" destOrd="0" presId="urn:microsoft.com/office/officeart/2018/2/layout/IconCircleList"/>
    <dgm:cxn modelId="{95439461-9704-4464-BDF4-1C331F1761DE}" type="presParOf" srcId="{B5B05572-F54B-4E8A-95F5-3023B86A8F6C}" destId="{B35F52B9-86A2-4F18-88F3-34CB4E661EEE}" srcOrd="2" destOrd="0" presId="urn:microsoft.com/office/officeart/2018/2/layout/IconCircleList"/>
    <dgm:cxn modelId="{5DC9E60E-3376-470E-9402-8F363BC282AC}" type="presParOf" srcId="{B5B05572-F54B-4E8A-95F5-3023B86A8F6C}" destId="{F4629CC3-0C20-4301-9F76-4BAD0A2A8F00}" srcOrd="3" destOrd="0" presId="urn:microsoft.com/office/officeart/2018/2/layout/IconCircleList"/>
    <dgm:cxn modelId="{C4FF8361-8CCC-4C21-A3A0-FAE2EA14475A}" type="presParOf" srcId="{522A7C9A-4EA9-4DDE-996C-76B8BD70627D}" destId="{136ACD61-CD3B-4B4A-B271-6B179AC197A7}" srcOrd="11" destOrd="0" presId="urn:microsoft.com/office/officeart/2018/2/layout/IconCircleList"/>
    <dgm:cxn modelId="{429985C4-64EB-408D-BA9D-C82A5040D4B0}" type="presParOf" srcId="{522A7C9A-4EA9-4DDE-996C-76B8BD70627D}" destId="{8A7BB095-EF89-4C1D-9655-2D1CE3770D9E}" srcOrd="12" destOrd="0" presId="urn:microsoft.com/office/officeart/2018/2/layout/IconCircleList"/>
    <dgm:cxn modelId="{57697E89-2B9D-466C-A7DA-0E15D4B1B4EA}" type="presParOf" srcId="{8A7BB095-EF89-4C1D-9655-2D1CE3770D9E}" destId="{58B8AE8F-260D-42F7-BBE5-DD2F7E1CBF28}" srcOrd="0" destOrd="0" presId="urn:microsoft.com/office/officeart/2018/2/layout/IconCircleList"/>
    <dgm:cxn modelId="{4E5DED21-0270-4215-BF2B-BA874D4F8CC4}" type="presParOf" srcId="{8A7BB095-EF89-4C1D-9655-2D1CE3770D9E}" destId="{93F08456-3D4B-4A75-9D1B-DAA22C0971BE}" srcOrd="1" destOrd="0" presId="urn:microsoft.com/office/officeart/2018/2/layout/IconCircleList"/>
    <dgm:cxn modelId="{2F154868-4FC6-40D7-BA2D-962BB6527081}" type="presParOf" srcId="{8A7BB095-EF89-4C1D-9655-2D1CE3770D9E}" destId="{14AF40E4-7BC2-431E-A3E8-A9EBD3F6DF27}" srcOrd="2" destOrd="0" presId="urn:microsoft.com/office/officeart/2018/2/layout/IconCircleList"/>
    <dgm:cxn modelId="{B931A172-3B68-4F0D-B250-081F315AA79A}" type="presParOf" srcId="{8A7BB095-EF89-4C1D-9655-2D1CE3770D9E}" destId="{1B40DF30-A746-419C-8E38-FCE8F971C852}" srcOrd="3" destOrd="0" presId="urn:microsoft.com/office/officeart/2018/2/layout/IconCircleList"/>
    <dgm:cxn modelId="{2F70CEEF-9428-49DA-9690-551E008FDEA9}" type="presParOf" srcId="{522A7C9A-4EA9-4DDE-996C-76B8BD70627D}" destId="{D74BBFFF-A7D5-4755-928F-20DA8330DE1B}" srcOrd="13" destOrd="0" presId="urn:microsoft.com/office/officeart/2018/2/layout/IconCircleList"/>
    <dgm:cxn modelId="{6208005F-D4C5-4656-A834-6C482721322E}" type="presParOf" srcId="{522A7C9A-4EA9-4DDE-996C-76B8BD70627D}" destId="{A1019E3C-27AE-43B4-B945-E6087245F03A}" srcOrd="14" destOrd="0" presId="urn:microsoft.com/office/officeart/2018/2/layout/IconCircleList"/>
    <dgm:cxn modelId="{EAE52BEA-8783-4117-BD74-6ADCB177D460}" type="presParOf" srcId="{A1019E3C-27AE-43B4-B945-E6087245F03A}" destId="{90BBE456-1271-41E3-A4A0-7981AB2AB571}" srcOrd="0" destOrd="0" presId="urn:microsoft.com/office/officeart/2018/2/layout/IconCircleList"/>
    <dgm:cxn modelId="{7DE4BFBC-31C0-484F-BBB3-02AB9A9404A4}" type="presParOf" srcId="{A1019E3C-27AE-43B4-B945-E6087245F03A}" destId="{2B7FF431-6AED-4904-933E-DC5FEE4BFE90}" srcOrd="1" destOrd="0" presId="urn:microsoft.com/office/officeart/2018/2/layout/IconCircleList"/>
    <dgm:cxn modelId="{6F1C0923-B8D7-46C9-A16B-F8FDDA24CBBC}" type="presParOf" srcId="{A1019E3C-27AE-43B4-B945-E6087245F03A}" destId="{6FC63E64-412F-4214-AB09-1798438F30D4}" srcOrd="2" destOrd="0" presId="urn:microsoft.com/office/officeart/2018/2/layout/IconCircleList"/>
    <dgm:cxn modelId="{2D5B9637-CD0C-46E3-8793-187A9B60D04A}" type="presParOf" srcId="{A1019E3C-27AE-43B4-B945-E6087245F03A}" destId="{3F7E97DC-2B49-4675-ACFB-DE26AFA41FD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D9908B-4848-434F-9EFE-0BC3A842C512}">
      <dsp:nvSpPr>
        <dsp:cNvPr id="0" name=""/>
        <dsp:cNvSpPr/>
      </dsp:nvSpPr>
      <dsp:spPr>
        <a:xfrm>
          <a:off x="50955" y="151181"/>
          <a:ext cx="655422" cy="6554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E8EAF-ADBE-4539-806A-4E0C49C7972A}">
      <dsp:nvSpPr>
        <dsp:cNvPr id="0" name=""/>
        <dsp:cNvSpPr/>
      </dsp:nvSpPr>
      <dsp:spPr>
        <a:xfrm>
          <a:off x="188594" y="288820"/>
          <a:ext cx="380144" cy="3801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769C6-C2A1-4934-8341-175D00ECACE4}">
      <dsp:nvSpPr>
        <dsp:cNvPr id="0" name=""/>
        <dsp:cNvSpPr/>
      </dsp:nvSpPr>
      <dsp:spPr>
        <a:xfrm>
          <a:off x="846825" y="151181"/>
          <a:ext cx="1544923" cy="6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Python - Main Programming Language</a:t>
          </a:r>
          <a:endParaRPr lang="en-US" sz="2000" kern="1200" dirty="0"/>
        </a:p>
      </dsp:txBody>
      <dsp:txXfrm>
        <a:off x="846825" y="151181"/>
        <a:ext cx="1544923" cy="655422"/>
      </dsp:txXfrm>
    </dsp:sp>
    <dsp:sp modelId="{6429BE27-F80E-40E8-AD6E-BCF5F22ACF2F}">
      <dsp:nvSpPr>
        <dsp:cNvPr id="0" name=""/>
        <dsp:cNvSpPr/>
      </dsp:nvSpPr>
      <dsp:spPr>
        <a:xfrm>
          <a:off x="2660939" y="151181"/>
          <a:ext cx="655422" cy="6554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6EF14B-2438-4714-AD22-63842EB6F1E0}">
      <dsp:nvSpPr>
        <dsp:cNvPr id="0" name=""/>
        <dsp:cNvSpPr/>
      </dsp:nvSpPr>
      <dsp:spPr>
        <a:xfrm>
          <a:off x="2798578" y="288820"/>
          <a:ext cx="380144" cy="3801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EF6EE-6A61-415B-9F59-82878761BCF6}">
      <dsp:nvSpPr>
        <dsp:cNvPr id="0" name=""/>
        <dsp:cNvSpPr/>
      </dsp:nvSpPr>
      <dsp:spPr>
        <a:xfrm>
          <a:off x="3456809" y="151181"/>
          <a:ext cx="1544923" cy="6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YOLO - Object Detection  </a:t>
          </a:r>
          <a:endParaRPr lang="en-US" sz="2000" kern="1200" dirty="0"/>
        </a:p>
      </dsp:txBody>
      <dsp:txXfrm>
        <a:off x="3456809" y="151181"/>
        <a:ext cx="1544923" cy="655422"/>
      </dsp:txXfrm>
    </dsp:sp>
    <dsp:sp modelId="{93EFC311-3163-4675-AD5A-7C5466D8B716}">
      <dsp:nvSpPr>
        <dsp:cNvPr id="0" name=""/>
        <dsp:cNvSpPr/>
      </dsp:nvSpPr>
      <dsp:spPr>
        <a:xfrm>
          <a:off x="50955" y="1821070"/>
          <a:ext cx="655422" cy="6554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3E28EE-343E-461D-B22A-DCB62CB19F62}">
      <dsp:nvSpPr>
        <dsp:cNvPr id="0" name=""/>
        <dsp:cNvSpPr/>
      </dsp:nvSpPr>
      <dsp:spPr>
        <a:xfrm>
          <a:off x="188594" y="1958709"/>
          <a:ext cx="380144" cy="3801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728B1-EBB0-4B82-A07E-5A89FFDCFC6C}">
      <dsp:nvSpPr>
        <dsp:cNvPr id="0" name=""/>
        <dsp:cNvSpPr/>
      </dsp:nvSpPr>
      <dsp:spPr>
        <a:xfrm>
          <a:off x="846825" y="1821070"/>
          <a:ext cx="1544923" cy="6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Ultralytics</a:t>
          </a:r>
          <a:r>
            <a:rPr lang="en-GB" sz="2000" kern="1200" dirty="0"/>
            <a:t> - Framework</a:t>
          </a:r>
          <a:endParaRPr lang="en-US" sz="2000" kern="1200" dirty="0"/>
        </a:p>
      </dsp:txBody>
      <dsp:txXfrm>
        <a:off x="846825" y="1821070"/>
        <a:ext cx="1544923" cy="655422"/>
      </dsp:txXfrm>
    </dsp:sp>
    <dsp:sp modelId="{D086BA99-BDD5-4735-80BD-B0517490BB2B}">
      <dsp:nvSpPr>
        <dsp:cNvPr id="0" name=""/>
        <dsp:cNvSpPr/>
      </dsp:nvSpPr>
      <dsp:spPr>
        <a:xfrm>
          <a:off x="2660939" y="1821070"/>
          <a:ext cx="655422" cy="6554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3621F-3969-491A-A712-E795557EBBD1}">
      <dsp:nvSpPr>
        <dsp:cNvPr id="0" name=""/>
        <dsp:cNvSpPr/>
      </dsp:nvSpPr>
      <dsp:spPr>
        <a:xfrm>
          <a:off x="2798578" y="1958709"/>
          <a:ext cx="380144" cy="3801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CD35C-B223-47BF-8151-9396B4E709FE}">
      <dsp:nvSpPr>
        <dsp:cNvPr id="0" name=""/>
        <dsp:cNvSpPr/>
      </dsp:nvSpPr>
      <dsp:spPr>
        <a:xfrm>
          <a:off x="3456809" y="1821070"/>
          <a:ext cx="1544923" cy="6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OpenCV – Computer Vision Library</a:t>
          </a:r>
          <a:endParaRPr lang="en-US" sz="2000" kern="1200" dirty="0"/>
        </a:p>
      </dsp:txBody>
      <dsp:txXfrm>
        <a:off x="3456809" y="1821070"/>
        <a:ext cx="1544923" cy="655422"/>
      </dsp:txXfrm>
    </dsp:sp>
    <dsp:sp modelId="{230E90DD-B592-4283-A161-126B3624F6DA}">
      <dsp:nvSpPr>
        <dsp:cNvPr id="0" name=""/>
        <dsp:cNvSpPr/>
      </dsp:nvSpPr>
      <dsp:spPr>
        <a:xfrm>
          <a:off x="50955" y="3490959"/>
          <a:ext cx="655422" cy="6554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A6E66-6D92-4B3C-946C-D067F50F008C}">
      <dsp:nvSpPr>
        <dsp:cNvPr id="0" name=""/>
        <dsp:cNvSpPr/>
      </dsp:nvSpPr>
      <dsp:spPr>
        <a:xfrm>
          <a:off x="188594" y="3628598"/>
          <a:ext cx="380144" cy="3801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2A4C9-A4A1-486F-BB11-2CE4FCC41BC8}">
      <dsp:nvSpPr>
        <dsp:cNvPr id="0" name=""/>
        <dsp:cNvSpPr/>
      </dsp:nvSpPr>
      <dsp:spPr>
        <a:xfrm>
          <a:off x="846825" y="3490959"/>
          <a:ext cx="1544923" cy="6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Flask – Web Framework</a:t>
          </a:r>
          <a:endParaRPr lang="en-US" sz="2000" kern="1200" dirty="0"/>
        </a:p>
      </dsp:txBody>
      <dsp:txXfrm>
        <a:off x="846825" y="3490959"/>
        <a:ext cx="1544923" cy="655422"/>
      </dsp:txXfrm>
    </dsp:sp>
    <dsp:sp modelId="{5E08B028-D48B-43E3-8B29-4B2BAEB7BB71}">
      <dsp:nvSpPr>
        <dsp:cNvPr id="0" name=""/>
        <dsp:cNvSpPr/>
      </dsp:nvSpPr>
      <dsp:spPr>
        <a:xfrm>
          <a:off x="2660939" y="3490959"/>
          <a:ext cx="655422" cy="6554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DFA92-FC88-416D-A93F-4F63BA45CB72}">
      <dsp:nvSpPr>
        <dsp:cNvPr id="0" name=""/>
        <dsp:cNvSpPr/>
      </dsp:nvSpPr>
      <dsp:spPr>
        <a:xfrm>
          <a:off x="2798578" y="3628598"/>
          <a:ext cx="380144" cy="3801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29CC3-0C20-4301-9F76-4BAD0A2A8F00}">
      <dsp:nvSpPr>
        <dsp:cNvPr id="0" name=""/>
        <dsp:cNvSpPr/>
      </dsp:nvSpPr>
      <dsp:spPr>
        <a:xfrm>
          <a:off x="3456809" y="3490959"/>
          <a:ext cx="1544923" cy="6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React – Front End</a:t>
          </a:r>
          <a:endParaRPr lang="en-US" sz="2100" kern="1200"/>
        </a:p>
      </dsp:txBody>
      <dsp:txXfrm>
        <a:off x="3456809" y="3490959"/>
        <a:ext cx="1544923" cy="655422"/>
      </dsp:txXfrm>
    </dsp:sp>
    <dsp:sp modelId="{58B8AE8F-260D-42F7-BBE5-DD2F7E1CBF28}">
      <dsp:nvSpPr>
        <dsp:cNvPr id="0" name=""/>
        <dsp:cNvSpPr/>
      </dsp:nvSpPr>
      <dsp:spPr>
        <a:xfrm>
          <a:off x="50955" y="5160848"/>
          <a:ext cx="655422" cy="6554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08456-3D4B-4A75-9D1B-DAA22C0971BE}">
      <dsp:nvSpPr>
        <dsp:cNvPr id="0" name=""/>
        <dsp:cNvSpPr/>
      </dsp:nvSpPr>
      <dsp:spPr>
        <a:xfrm>
          <a:off x="188594" y="5298486"/>
          <a:ext cx="380144" cy="3801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0DF30-A746-419C-8E38-FCE8F971C852}">
      <dsp:nvSpPr>
        <dsp:cNvPr id="0" name=""/>
        <dsp:cNvSpPr/>
      </dsp:nvSpPr>
      <dsp:spPr>
        <a:xfrm>
          <a:off x="846825" y="5160848"/>
          <a:ext cx="1544923" cy="6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SMTP – Email Service</a:t>
          </a:r>
          <a:endParaRPr lang="en-US" sz="2000" kern="1200" dirty="0"/>
        </a:p>
      </dsp:txBody>
      <dsp:txXfrm>
        <a:off x="846825" y="5160848"/>
        <a:ext cx="1544923" cy="655422"/>
      </dsp:txXfrm>
    </dsp:sp>
    <dsp:sp modelId="{90BBE456-1271-41E3-A4A0-7981AB2AB571}">
      <dsp:nvSpPr>
        <dsp:cNvPr id="0" name=""/>
        <dsp:cNvSpPr/>
      </dsp:nvSpPr>
      <dsp:spPr>
        <a:xfrm>
          <a:off x="2660939" y="5160848"/>
          <a:ext cx="655422" cy="65542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FF431-6AED-4904-933E-DC5FEE4BFE90}">
      <dsp:nvSpPr>
        <dsp:cNvPr id="0" name=""/>
        <dsp:cNvSpPr/>
      </dsp:nvSpPr>
      <dsp:spPr>
        <a:xfrm>
          <a:off x="2798578" y="5298486"/>
          <a:ext cx="380144" cy="38014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E97DC-2B49-4675-ACFB-DE26AFA41FDD}">
      <dsp:nvSpPr>
        <dsp:cNvPr id="0" name=""/>
        <dsp:cNvSpPr/>
      </dsp:nvSpPr>
      <dsp:spPr>
        <a:xfrm>
          <a:off x="3456809" y="5160848"/>
          <a:ext cx="1544923" cy="6554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MySQL - Database</a:t>
          </a:r>
          <a:endParaRPr lang="en-US" sz="2100" kern="1200"/>
        </a:p>
      </dsp:txBody>
      <dsp:txXfrm>
        <a:off x="3456809" y="5160848"/>
        <a:ext cx="1544923" cy="655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9DF86-DFAD-4383-AD85-E587D6DB3346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45F86-80A3-45F6-B985-69735595D0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1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45F86-80A3-45F6-B985-69735595D0C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519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23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07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27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67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17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99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18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11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401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75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99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16802-6AA0-4807-9B7D-A2104C683F8A}" type="datetimeFigureOut">
              <a:rPr lang="en-GB" smtClean="0"/>
              <a:t>04/12/2024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334D1-1B26-4958-BD3E-FDAF37EFCE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83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18" Type="http://schemas.openxmlformats.org/officeDocument/2006/relationships/diagramData" Target="../diagrams/data1.xml"/><Relationship Id="rId3" Type="http://schemas.openxmlformats.org/officeDocument/2006/relationships/image" Target="../media/image1.png"/><Relationship Id="rId21" Type="http://schemas.openxmlformats.org/officeDocument/2006/relationships/diagramColors" Target="../diagrams/colors1.xml"/><Relationship Id="rId7" Type="http://schemas.openxmlformats.org/officeDocument/2006/relationships/image" Target="../media/image4.png"/><Relationship Id="rId12" Type="http://schemas.microsoft.com/office/2007/relationships/hdphoto" Target="../media/hdphoto2.wdp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6" Type="http://schemas.microsoft.com/office/2007/relationships/hdphoto" Target="../media/hdphoto4.wdp"/><Relationship Id="rId20" Type="http://schemas.openxmlformats.org/officeDocument/2006/relationships/diagramQuickStyle" Target="../diagrams/quickStyl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0.png"/><Relationship Id="rId10" Type="http://schemas.openxmlformats.org/officeDocument/2006/relationships/image" Target="../media/image7.png"/><Relationship Id="rId19" Type="http://schemas.openxmlformats.org/officeDocument/2006/relationships/diagramLayout" Target="../diagrams/layout1.xml"/><Relationship Id="rId4" Type="http://schemas.openxmlformats.org/officeDocument/2006/relationships/image" Target="../media/image2.jpg"/><Relationship Id="rId9" Type="http://schemas.openxmlformats.org/officeDocument/2006/relationships/image" Target="../media/image6.png"/><Relationship Id="rId14" Type="http://schemas.microsoft.com/office/2007/relationships/hdphoto" Target="../media/hdphoto3.wdp"/><Relationship Id="rId22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C78C-4BCC-EDA1-0E96-FCCB9A2DE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88" y="585814"/>
            <a:ext cx="25733931" cy="1841783"/>
          </a:xfrm>
        </p:spPr>
        <p:txBody>
          <a:bodyPr>
            <a:normAutofit/>
          </a:bodyPr>
          <a:lstStyle/>
          <a:p>
            <a:pPr algn="l"/>
            <a:r>
              <a:rPr lang="en-GB" sz="105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Construction Site Safety - </a:t>
            </a:r>
            <a:r>
              <a:rPr lang="en-GB" sz="10500" dirty="0" err="1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SiteSafeAI</a:t>
            </a:r>
            <a:endParaRPr lang="en-GB" sz="105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2317-6F80-389D-C2DC-3698CE260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5988" y="5091543"/>
            <a:ext cx="8892000" cy="9198888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AI-Powered Helmet and High Visibility Jacket Detection on Construction Sites Through Live Video Monitoring</a:t>
            </a:r>
          </a:p>
          <a:p>
            <a:endParaRPr lang="en-GB" sz="48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  <a:p>
            <a:endParaRPr lang="en-GB" sz="48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  <a:p>
            <a:endParaRPr lang="en-GB" sz="48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  <a:p>
            <a:endParaRPr lang="en-GB" sz="48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  <a:p>
            <a:endParaRPr lang="en-GB" sz="48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  <a:p>
            <a:pPr algn="l"/>
            <a:r>
              <a:rPr lang="en-GB" sz="4800" dirty="0">
                <a:solidFill>
                  <a:srgbClr val="FF0000"/>
                </a:solidFill>
                <a:latin typeface="Bell MT" panose="02020503060305020303" pitchFamily="18" charset="0"/>
              </a:rPr>
              <a:t>Can You See Anything Missing?</a:t>
            </a:r>
          </a:p>
          <a:p>
            <a:pPr algn="l"/>
            <a:endParaRPr lang="en-GB" sz="48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454257-1E35-98B2-0754-0A4E90A3F831}"/>
              </a:ext>
            </a:extLst>
          </p:cNvPr>
          <p:cNvSpPr txBox="1">
            <a:spLocks/>
          </p:cNvSpPr>
          <p:nvPr/>
        </p:nvSpPr>
        <p:spPr>
          <a:xfrm>
            <a:off x="915988" y="2363787"/>
            <a:ext cx="25733931" cy="18417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85119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70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63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South East Technological University Carlow</a:t>
            </a:r>
          </a:p>
          <a:p>
            <a:pPr algn="l"/>
            <a:r>
              <a:rPr lang="en-GB" sz="5400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By: Tomas Smitas	Email: C00276177@SETU.ie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D13F03-852B-989A-B091-29AD46E22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949838" y="358108"/>
            <a:ext cx="7409387" cy="415726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0EF3F5F8-E124-CBAA-EC16-BB1AAFD66481}"/>
              </a:ext>
            </a:extLst>
          </p:cNvPr>
          <p:cNvSpPr txBox="1">
            <a:spLocks/>
          </p:cNvSpPr>
          <p:nvPr/>
        </p:nvSpPr>
        <p:spPr>
          <a:xfrm>
            <a:off x="10655888" y="5091541"/>
            <a:ext cx="8892000" cy="78516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8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Technologies Used</a:t>
            </a:r>
          </a:p>
          <a:p>
            <a:pPr algn="l"/>
            <a:endParaRPr lang="en-GB" sz="3600" b="1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25BF8F3-4A2C-9D46-B946-01BF5E438D69}"/>
              </a:ext>
            </a:extLst>
          </p:cNvPr>
          <p:cNvSpPr txBox="1">
            <a:spLocks/>
          </p:cNvSpPr>
          <p:nvPr/>
        </p:nvSpPr>
        <p:spPr>
          <a:xfrm>
            <a:off x="20467225" y="5099956"/>
            <a:ext cx="8892000" cy="55894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Is There Anything Similar?</a:t>
            </a:r>
          </a:p>
          <a:p>
            <a:r>
              <a:rPr lang="en-GB" sz="3200" dirty="0">
                <a:latin typeface="Bell MT" panose="02020503060305020303" pitchFamily="18" charset="0"/>
              </a:rPr>
              <a:t>Currently, there is no solution like this in Ireland. However, globally, a company called </a:t>
            </a:r>
            <a:r>
              <a:rPr lang="en-GB" sz="3200" dirty="0" err="1">
                <a:latin typeface="Bell MT" panose="02020503060305020303" pitchFamily="18" charset="0"/>
              </a:rPr>
              <a:t>Synaedge</a:t>
            </a:r>
            <a:r>
              <a:rPr lang="en-GB" sz="3200" dirty="0">
                <a:latin typeface="Bell MT" panose="02020503060305020303" pitchFamily="18" charset="0"/>
              </a:rPr>
              <a:t>, based in Switzerland, offers AI-based video surveillance that includes PPE detection. While they provide this service through their AI-powered analytics, the exact workings of their PPE detection system remain unclear.</a:t>
            </a:r>
          </a:p>
          <a:p>
            <a:r>
              <a:rPr lang="en-GB" sz="3500" dirty="0">
                <a:latin typeface="Bell MT" panose="02020503060305020303" pitchFamily="18" charset="0"/>
              </a:rPr>
              <a:t>My system uses live video processing and can trigger immediate alerts when a safety violation occurs, providing more actionable insights.</a:t>
            </a:r>
            <a:endParaRPr lang="en-GB" sz="35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79A0D01-F86A-5BF7-833E-58F240F9C363}"/>
              </a:ext>
            </a:extLst>
          </p:cNvPr>
          <p:cNvSpPr txBox="1">
            <a:spLocks/>
          </p:cNvSpPr>
          <p:nvPr/>
        </p:nvSpPr>
        <p:spPr>
          <a:xfrm>
            <a:off x="915988" y="14935200"/>
            <a:ext cx="8892000" cy="5513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8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Why?</a:t>
            </a:r>
          </a:p>
          <a:p>
            <a:r>
              <a:rPr lang="en-GB" sz="3600" b="1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Protect the construction staff</a:t>
            </a:r>
          </a:p>
          <a:p>
            <a:r>
              <a:rPr lang="en-GB" sz="3200" dirty="0">
                <a:latin typeface="Bell MT" panose="02020503060305020303" pitchFamily="18" charset="0"/>
              </a:rPr>
              <a:t>Ensuring safety compliance on construction sites is critical to preventing accidents and injuries. Manual monitoring can be inconsistent and inefficient. This AI-powered solution automates the detection of helmets and high-visibility jackets, helping to ensure that all workers adhere to safety regulations in real time, improving safety and reducing risks.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9DFDDE83-5BE8-AA9D-3CE0-6FA56A8966F1}"/>
              </a:ext>
            </a:extLst>
          </p:cNvPr>
          <p:cNvSpPr txBox="1">
            <a:spLocks/>
          </p:cNvSpPr>
          <p:nvPr/>
        </p:nvSpPr>
        <p:spPr>
          <a:xfrm>
            <a:off x="20467225" y="17200184"/>
            <a:ext cx="8892000" cy="3248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8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Acknowledgements</a:t>
            </a:r>
          </a:p>
          <a:p>
            <a:pPr algn="l"/>
            <a:endParaRPr lang="en-GB" sz="3200" dirty="0">
              <a:latin typeface="Bell MT" panose="02020503060305020303" pitchFamily="18" charset="0"/>
            </a:endParaRP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7CC5B6F4-92F6-F2A3-74EA-9BD852C82994}"/>
              </a:ext>
            </a:extLst>
          </p:cNvPr>
          <p:cNvSpPr txBox="1">
            <a:spLocks/>
          </p:cNvSpPr>
          <p:nvPr/>
        </p:nvSpPr>
        <p:spPr>
          <a:xfrm>
            <a:off x="10746715" y="13735775"/>
            <a:ext cx="8892000" cy="7001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8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How It Works</a:t>
            </a:r>
          </a:p>
          <a:p>
            <a:pPr algn="l"/>
            <a:endParaRPr lang="en-GB" sz="68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CA3600DE-4041-E829-861F-CB6692867C25}"/>
              </a:ext>
            </a:extLst>
          </p:cNvPr>
          <p:cNvSpPr txBox="1">
            <a:spLocks/>
          </p:cNvSpPr>
          <p:nvPr/>
        </p:nvSpPr>
        <p:spPr>
          <a:xfrm>
            <a:off x="20359470" y="10983185"/>
            <a:ext cx="8892000" cy="59231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6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Industry Perspective</a:t>
            </a:r>
          </a:p>
          <a:p>
            <a:r>
              <a:rPr lang="en-GB" sz="3600" b="1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Paul McGrath, Construction Site Manager</a:t>
            </a:r>
          </a:p>
          <a:p>
            <a:pPr marL="0" indent="0">
              <a:buNone/>
            </a:pPr>
            <a:r>
              <a:rPr lang="en-GB" sz="3200" b="0" i="0" dirty="0">
                <a:effectLst/>
                <a:latin typeface="Bell MT" panose="02020503060305020303" pitchFamily="18" charset="0"/>
              </a:rPr>
              <a:t>“</a:t>
            </a:r>
            <a:r>
              <a:rPr lang="en-GB" sz="3200" dirty="0">
                <a:latin typeface="Bell MT" panose="02020503060305020303" pitchFamily="18" charset="0"/>
              </a:rPr>
              <a:t>This project has real potential to make a difference in construction safety. By detecting safety issues in real-time, it could actively support compliance and help prevent accidents before they happen.”</a:t>
            </a:r>
          </a:p>
          <a:p>
            <a:r>
              <a:rPr lang="en-GB" sz="3600" b="1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Eoin Malone, Live Monitoring Specialist</a:t>
            </a:r>
          </a:p>
          <a:p>
            <a:r>
              <a:rPr lang="en-GB" sz="3100" b="0" i="0" dirty="0">
                <a:solidFill>
                  <a:srgbClr val="3F4043"/>
                </a:solidFill>
                <a:effectLst/>
                <a:latin typeface="Bell MT" panose="02020503060305020303" pitchFamily="18" charset="0"/>
              </a:rPr>
              <a:t>“Excellent idea. </a:t>
            </a:r>
            <a:r>
              <a:rPr lang="en-GB" sz="3100" dirty="0">
                <a:solidFill>
                  <a:srgbClr val="3F4043"/>
                </a:solidFill>
                <a:latin typeface="Bell MT" panose="02020503060305020303" pitchFamily="18" charset="0"/>
              </a:rPr>
              <a:t>It would be helpful in identifying helmets and high visibility jackets on construction sites.”</a:t>
            </a:r>
            <a:endParaRPr lang="en-GB" sz="31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  <a:p>
            <a:pPr algn="l"/>
            <a:endParaRPr lang="en-GB" sz="32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  <a:p>
            <a:endParaRPr lang="en-GB" sz="60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  <p:pic>
        <p:nvPicPr>
          <p:cNvPr id="7" name="Picture 6" descr="A group of men working on a construction site&#10;&#10;Description automatically generated">
            <a:extLst>
              <a:ext uri="{FF2B5EF4-FFF2-40B4-BE49-F238E27FC236}">
                <a16:creationId xmlns:a16="http://schemas.microsoft.com/office/drawing/2014/main" id="{983B8752-9DF6-A49F-9C6F-250628471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743" y="8215037"/>
            <a:ext cx="8676491" cy="4880526"/>
          </a:xfrm>
          <a:prstGeom prst="rect">
            <a:avLst/>
          </a:prstGeom>
        </p:spPr>
      </p:pic>
      <p:pic>
        <p:nvPicPr>
          <p:cNvPr id="11" name="Picture 10" descr="A black text and a black object&#10;&#10;Description automatically generated with medium confidence">
            <a:extLst>
              <a:ext uri="{FF2B5EF4-FFF2-40B4-BE49-F238E27FC236}">
                <a16:creationId xmlns:a16="http://schemas.microsoft.com/office/drawing/2014/main" id="{932F7D4F-0BDA-7CF6-2F5A-FAECD2F38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000" b="97143" l="3900" r="43733">
                        <a14:foregroundMark x1="23677" y1="91429" x2="23677" y2="91429"/>
                        <a14:foregroundMark x1="32312" y1="93571" x2="32312" y2="93571"/>
                        <a14:foregroundMark x1="29248" y1="97143" x2="29248" y2="97143"/>
                        <a14:foregroundMark x1="4178" y1="29286" x2="4178" y2="29286"/>
                        <a14:foregroundMark x1="7799" y1="5000" x2="7799" y2="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93" r="51123"/>
          <a:stretch/>
        </p:blipFill>
        <p:spPr>
          <a:xfrm>
            <a:off x="11514043" y="9861432"/>
            <a:ext cx="1151263" cy="915852"/>
          </a:xfrm>
          <a:prstGeom prst="rect">
            <a:avLst/>
          </a:prstGeom>
        </p:spPr>
      </p:pic>
      <p:pic>
        <p:nvPicPr>
          <p:cNvPr id="13" name="Picture 12" descr="A logo with a red blue and green circle&#10;&#10;Description automatically generated">
            <a:extLst>
              <a:ext uri="{FF2B5EF4-FFF2-40B4-BE49-F238E27FC236}">
                <a16:creationId xmlns:a16="http://schemas.microsoft.com/office/drawing/2014/main" id="{24551B99-F281-6353-912D-A79EB4842D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679" y="8012530"/>
            <a:ext cx="919337" cy="1133241"/>
          </a:xfrm>
          <a:prstGeom prst="rect">
            <a:avLst/>
          </a:prstGeom>
        </p:spPr>
      </p:pic>
      <p:pic>
        <p:nvPicPr>
          <p:cNvPr id="15" name="Picture 14" descr="A blue and yellow snake logo&#10;&#10;Description automatically generated">
            <a:extLst>
              <a:ext uri="{FF2B5EF4-FFF2-40B4-BE49-F238E27FC236}">
                <a16:creationId xmlns:a16="http://schemas.microsoft.com/office/drawing/2014/main" id="{80DC7F47-8197-6A45-0D25-8659C4EEB6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049" y="6354060"/>
            <a:ext cx="1138693" cy="1251238"/>
          </a:xfrm>
          <a:prstGeom prst="rect">
            <a:avLst/>
          </a:prstGeom>
        </p:spPr>
      </p:pic>
      <p:pic>
        <p:nvPicPr>
          <p:cNvPr id="17" name="Picture 16" descr="A blue symbol with a circle in center&#10;&#10;Description automatically generated">
            <a:extLst>
              <a:ext uri="{FF2B5EF4-FFF2-40B4-BE49-F238E27FC236}">
                <a16:creationId xmlns:a16="http://schemas.microsoft.com/office/drawing/2014/main" id="{54845694-A1DE-63BF-6B00-5E1518E669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5215" y="9777658"/>
            <a:ext cx="1152668" cy="1049663"/>
          </a:xfrm>
          <a:prstGeom prst="rect">
            <a:avLst/>
          </a:prstGeom>
        </p:spPr>
      </p:pic>
      <p:pic>
        <p:nvPicPr>
          <p:cNvPr id="19" name="Picture 18" descr="A blue and black envelope with a black paper&#10;&#10;Description automatically generated">
            <a:extLst>
              <a:ext uri="{FF2B5EF4-FFF2-40B4-BE49-F238E27FC236}">
                <a16:creationId xmlns:a16="http://schemas.microsoft.com/office/drawing/2014/main" id="{6059321E-58A8-F802-6155-D00D924696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254" y="11545686"/>
            <a:ext cx="946151" cy="946151"/>
          </a:xfrm>
          <a:prstGeom prst="rect">
            <a:avLst/>
          </a:prstGeom>
        </p:spPr>
      </p:pic>
      <p:pic>
        <p:nvPicPr>
          <p:cNvPr id="21" name="Picture 20" descr="A logo with a dolphin&#10;&#10;Description automatically generated">
            <a:extLst>
              <a:ext uri="{FF2B5EF4-FFF2-40B4-BE49-F238E27FC236}">
                <a16:creationId xmlns:a16="http://schemas.microsoft.com/office/drawing/2014/main" id="{5D844EF0-3B25-5699-BA0E-027EDDDDD3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778" b="89778" l="1778" r="96444">
                        <a14:foregroundMark x1="17778" y1="60000" x2="17778" y2="60000"/>
                        <a14:foregroundMark x1="5333" y1="59556" x2="5333" y2="59556"/>
                        <a14:foregroundMark x1="1778" y1="60000" x2="1778" y2="60000"/>
                        <a14:foregroundMark x1="28000" y1="66667" x2="28000" y2="66667"/>
                        <a14:foregroundMark x1="45333" y1="61778" x2="45333" y2="61778"/>
                        <a14:foregroundMark x1="80444" y1="60444" x2="80444" y2="60444"/>
                        <a14:foregroundMark x1="71556" y1="47111" x2="71556" y2="47111"/>
                        <a14:foregroundMark x1="92444" y1="53778" x2="92444" y2="53778"/>
                        <a14:foregroundMark x1="96444" y1="52889" x2="96444" y2="52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124" b="18194"/>
          <a:stretch/>
        </p:blipFill>
        <p:spPr>
          <a:xfrm>
            <a:off x="17447541" y="11560739"/>
            <a:ext cx="1216383" cy="762446"/>
          </a:xfrm>
          <a:prstGeom prst="rect">
            <a:avLst/>
          </a:prstGeom>
        </p:spPr>
      </p:pic>
      <p:pic>
        <p:nvPicPr>
          <p:cNvPr id="23" name="Picture 22" descr="A blue and black logo&#10;&#10;Description automatically generated">
            <a:extLst>
              <a:ext uri="{FF2B5EF4-FFF2-40B4-BE49-F238E27FC236}">
                <a16:creationId xmlns:a16="http://schemas.microsoft.com/office/drawing/2014/main" id="{E51D64B9-765C-A709-9033-0E694BD5BB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471" l="5059" r="96824">
                        <a14:foregroundMark x1="49647" y1="90588" x2="49647" y2="90588"/>
                        <a14:foregroundMark x1="10000" y1="68353" x2="10000" y2="68353"/>
                        <a14:foregroundMark x1="21294" y1="47882" x2="21294" y2="47882"/>
                        <a14:foregroundMark x1="27176" y1="39647" x2="27176" y2="39647"/>
                        <a14:foregroundMark x1="30706" y1="50941" x2="30706" y2="50941"/>
                        <a14:foregroundMark x1="19765" y1="32706" x2="23059" y2="38353"/>
                        <a14:foregroundMark x1="29765" y1="33176" x2="9412" y2="43529"/>
                        <a14:foregroundMark x1="77882" y1="24235" x2="77882" y2="24235"/>
                        <a14:foregroundMark x1="73059" y1="19059" x2="88235" y2="41059"/>
                        <a14:foregroundMark x1="82000" y1="20353" x2="90706" y2="30235"/>
                        <a14:foregroundMark x1="71529" y1="16353" x2="83529" y2="15765"/>
                        <a14:foregroundMark x1="88000" y1="18941" x2="92941" y2="25529"/>
                        <a14:foregroundMark x1="93647" y1="31882" x2="94000" y2="41059"/>
                        <a14:foregroundMark x1="96235" y1="33882" x2="96824" y2="40000"/>
                        <a14:foregroundMark x1="26824" y1="29529" x2="20235" y2="50824"/>
                        <a14:foregroundMark x1="20235" y1="50824" x2="42353" y2="50000"/>
                        <a14:foregroundMark x1="42353" y1="50000" x2="35176" y2="33647"/>
                        <a14:foregroundMark x1="35176" y1="33647" x2="27765" y2="30471"/>
                        <a14:foregroundMark x1="26235" y1="28000" x2="8824" y2="41529"/>
                        <a14:foregroundMark x1="8824" y1="41529" x2="10118" y2="44588"/>
                        <a14:foregroundMark x1="7765" y1="46353" x2="25412" y2="59176"/>
                        <a14:foregroundMark x1="25412" y1="59176" x2="30824" y2="58706"/>
                        <a14:foregroundMark x1="5059" y1="39765" x2="5412" y2="488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146" y="8322086"/>
            <a:ext cx="927524" cy="927524"/>
          </a:xfrm>
          <a:prstGeom prst="rect">
            <a:avLst/>
          </a:prstGeom>
        </p:spPr>
      </p:pic>
      <p:pic>
        <p:nvPicPr>
          <p:cNvPr id="25" name="Picture 24" descr="A black and blue logo&#10;&#10;Description automatically generated">
            <a:extLst>
              <a:ext uri="{FF2B5EF4-FFF2-40B4-BE49-F238E27FC236}">
                <a16:creationId xmlns:a16="http://schemas.microsoft.com/office/drawing/2014/main" id="{BBEA98DD-DC1C-132F-F734-F1F965A74A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2929" b="95188" l="2000" r="96000">
                        <a14:foregroundMark x1="22444" y1="51255" x2="22444" y2="51255"/>
                        <a14:foregroundMark x1="27444" y1="57741" x2="27444" y2="57741"/>
                        <a14:foregroundMark x1="28667" y1="55230" x2="28667" y2="55230"/>
                        <a14:foregroundMark x1="31222" y1="56276" x2="31222" y2="56276"/>
                        <a14:foregroundMark x1="45333" y1="77615" x2="45333" y2="77615"/>
                        <a14:foregroundMark x1="55778" y1="66946" x2="55778" y2="66946"/>
                        <a14:foregroundMark x1="57889" y1="75105" x2="57889" y2="75105"/>
                        <a14:foregroundMark x1="55667" y1="85565" x2="55667" y2="85565"/>
                        <a14:foregroundMark x1="65889" y1="83264" x2="65889" y2="83264"/>
                        <a14:foregroundMark x1="84556" y1="47490" x2="84556" y2="47490"/>
                        <a14:foregroundMark x1="70111" y1="42050" x2="70111" y2="42050"/>
                        <a14:foregroundMark x1="52111" y1="9414" x2="52111" y2="9414"/>
                        <a14:foregroundMark x1="32667" y1="3138" x2="32667" y2="3138"/>
                        <a14:foregroundMark x1="6444" y1="17992" x2="6444" y2="17992"/>
                        <a14:foregroundMark x1="2111" y1="17573" x2="2111" y2="17573"/>
                        <a14:foregroundMark x1="96111" y1="42469" x2="96111" y2="42469"/>
                        <a14:foregroundMark x1="63556" y1="94351" x2="63556" y2="94351"/>
                        <a14:foregroundMark x1="16111" y1="95188" x2="16111" y2="95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2663" y="6477576"/>
            <a:ext cx="1547875" cy="822094"/>
          </a:xfrm>
          <a:prstGeom prst="rect">
            <a:avLst/>
          </a:prstGeom>
        </p:spPr>
      </p:pic>
      <p:pic>
        <p:nvPicPr>
          <p:cNvPr id="28" name="Picture 27" descr="A diagram of a system&#10;&#10;Description automatically generated">
            <a:extLst>
              <a:ext uri="{FF2B5EF4-FFF2-40B4-BE49-F238E27FC236}">
                <a16:creationId xmlns:a16="http://schemas.microsoft.com/office/drawing/2014/main" id="{569CE7BF-FA42-258D-268E-6CF0C0DB45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888" y="14845790"/>
            <a:ext cx="8982828" cy="5396483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2DAC9F0B-DE1B-2548-50DB-F5D3A4AFA43F}"/>
              </a:ext>
            </a:extLst>
          </p:cNvPr>
          <p:cNvSpPr txBox="1">
            <a:spLocks/>
          </p:cNvSpPr>
          <p:nvPr/>
        </p:nvSpPr>
        <p:spPr>
          <a:xfrm>
            <a:off x="20359470" y="18264851"/>
            <a:ext cx="4549249" cy="218373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Supervisor Dr Oisin Cawley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Poster Design </a:t>
            </a:r>
            <a:r>
              <a:rPr lang="en-GB" sz="3000" dirty="0" err="1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DesignLabs</a:t>
            </a:r>
            <a:r>
              <a:rPr lang="en-GB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Construction Image www.opticvyu.com</a:t>
            </a:r>
          </a:p>
          <a:p>
            <a:pPr algn="l"/>
            <a:endParaRPr lang="en-GB" sz="3200" dirty="0">
              <a:latin typeface="Bell MT" panose="02020503060305020303" pitchFamily="18" charset="0"/>
            </a:endParaRP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DE5A619-70E2-186E-E08F-A7A31A4FD5E0}"/>
              </a:ext>
            </a:extLst>
          </p:cNvPr>
          <p:cNvSpPr txBox="1">
            <a:spLocks/>
          </p:cNvSpPr>
          <p:nvPr/>
        </p:nvSpPr>
        <p:spPr>
          <a:xfrm>
            <a:off x="24809976" y="18264851"/>
            <a:ext cx="4549249" cy="21837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Technology Icons www.iconscout.com</a:t>
            </a:r>
          </a:p>
          <a:p>
            <a:pPr marL="457200" indent="-4572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Context Diagram www.creately.com</a:t>
            </a:r>
          </a:p>
          <a:p>
            <a:pPr marL="457200" indent="-457200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GB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www.synaedge.com</a:t>
            </a:r>
          </a:p>
          <a:p>
            <a:pPr algn="l"/>
            <a:endParaRPr lang="en-GB" sz="3200" dirty="0">
              <a:latin typeface="Bell MT" panose="02020503060305020303" pitchFamily="18" charset="0"/>
            </a:endParaRPr>
          </a:p>
        </p:txBody>
      </p:sp>
      <p:graphicFrame>
        <p:nvGraphicFramePr>
          <p:cNvPr id="12" name="Content Placeholder 32">
            <a:extLst>
              <a:ext uri="{FF2B5EF4-FFF2-40B4-BE49-F238E27FC236}">
                <a16:creationId xmlns:a16="http://schemas.microsoft.com/office/drawing/2014/main" id="{3FE1D667-E932-4A74-71F5-62D266F68A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847241"/>
              </p:ext>
            </p:extLst>
          </p:nvPr>
        </p:nvGraphicFramePr>
        <p:xfrm>
          <a:off x="12543376" y="6480026"/>
          <a:ext cx="5052688" cy="5967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A96329E-22CF-3941-0CA3-9DAF3B65375A}"/>
              </a:ext>
            </a:extLst>
          </p:cNvPr>
          <p:cNvSpPr/>
          <p:nvPr/>
        </p:nvSpPr>
        <p:spPr>
          <a:xfrm>
            <a:off x="496252" y="396240"/>
            <a:ext cx="29282707" cy="20591145"/>
          </a:xfrm>
          <a:prstGeom prst="rect">
            <a:avLst/>
          </a:prstGeom>
          <a:noFill/>
          <a:ln w="1270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E2B1C3-6028-5874-BEBC-373BA0CF295C}"/>
              </a:ext>
            </a:extLst>
          </p:cNvPr>
          <p:cNvCxnSpPr>
            <a:cxnSpLocks/>
          </p:cNvCxnSpPr>
          <p:nvPr/>
        </p:nvCxnSpPr>
        <p:spPr>
          <a:xfrm flipV="1">
            <a:off x="496253" y="4477242"/>
            <a:ext cx="29282707" cy="0"/>
          </a:xfrm>
          <a:prstGeom prst="line">
            <a:avLst/>
          </a:prstGeom>
          <a:ln w="127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A56C2A-3A63-D881-BBAA-7245B6FF6AA8}"/>
              </a:ext>
            </a:extLst>
          </p:cNvPr>
          <p:cNvCxnSpPr>
            <a:cxnSpLocks/>
          </p:cNvCxnSpPr>
          <p:nvPr/>
        </p:nvCxnSpPr>
        <p:spPr>
          <a:xfrm flipH="1">
            <a:off x="10394182" y="4477240"/>
            <a:ext cx="0" cy="16510142"/>
          </a:xfrm>
          <a:prstGeom prst="line">
            <a:avLst/>
          </a:prstGeom>
          <a:ln w="127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787EC07-0CA3-ECFD-2F87-920EED5DF527}"/>
              </a:ext>
            </a:extLst>
          </p:cNvPr>
          <p:cNvCxnSpPr>
            <a:cxnSpLocks/>
          </p:cNvCxnSpPr>
          <p:nvPr/>
        </p:nvCxnSpPr>
        <p:spPr>
          <a:xfrm>
            <a:off x="19900420" y="4477242"/>
            <a:ext cx="0" cy="16510142"/>
          </a:xfrm>
          <a:prstGeom prst="line">
            <a:avLst/>
          </a:prstGeom>
          <a:ln w="1270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12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956"/>
    </mc:Choice>
    <mc:Fallback xmlns="">
      <p:transition spd="slow" advTm="33995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12359</TotalTime>
  <Words>322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Bell MT</vt:lpstr>
      <vt:lpstr>Office Theme</vt:lpstr>
      <vt:lpstr>Construction Site Safety - SiteSafeAI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C00276177) Tomas Smitas</dc:creator>
  <cp:lastModifiedBy>(Student  C00276177) Tomas Smitas</cp:lastModifiedBy>
  <cp:revision>9</cp:revision>
  <dcterms:created xsi:type="dcterms:W3CDTF">2024-09-24T10:23:54Z</dcterms:created>
  <dcterms:modified xsi:type="dcterms:W3CDTF">2024-12-04T13:46:23Z</dcterms:modified>
</cp:coreProperties>
</file>
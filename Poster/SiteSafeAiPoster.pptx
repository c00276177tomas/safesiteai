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30275213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12" userDrawn="1">
          <p15:clr>
            <a:srgbClr val="A4A3A4"/>
          </p15:clr>
        </p15:guide>
        <p15:guide id="2" pos="9513" userDrawn="1">
          <p15:clr>
            <a:srgbClr val="A4A3A4"/>
          </p15:clr>
        </p15:guide>
        <p15:guide id="3" pos="577" userDrawn="1">
          <p15:clr>
            <a:srgbClr val="A4A3A4"/>
          </p15:clr>
        </p15:guide>
        <p15:guide id="4" pos="18494" userDrawn="1">
          <p15:clr>
            <a:srgbClr val="A4A3A4"/>
          </p15:clr>
        </p15:guide>
        <p15:guide id="5" orient="horz" pos="128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1F214C-3E94-49DF-84F8-3315B884A11B}" v="156" dt="2024-10-04T10:50:21.3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5" d="100"/>
          <a:sy n="25" d="100"/>
        </p:scale>
        <p:origin x="1397" y="-58"/>
      </p:cViewPr>
      <p:guideLst>
        <p:guide orient="horz" pos="6712"/>
        <p:guide pos="9513"/>
        <p:guide pos="577"/>
        <p:guide pos="18494"/>
        <p:guide orient="horz" pos="128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(Student  C00276177) Tomas Smitas" userId="e774107f-2163-47ed-92a8-267c81fda801" providerId="ADAL" clId="{721F214C-3E94-49DF-84F8-3315B884A11B}"/>
    <pc:docChg chg="undo redo custSel addSld delSld modSld">
      <pc:chgData name="(Student  C00276177) Tomas Smitas" userId="e774107f-2163-47ed-92a8-267c81fda801" providerId="ADAL" clId="{721F214C-3E94-49DF-84F8-3315B884A11B}" dt="2024-10-04T10:50:21.309" v="2909"/>
      <pc:docMkLst>
        <pc:docMk/>
      </pc:docMkLst>
      <pc:sldChg chg="addSp delSp modSp mod modTransition setBg delAnim modAnim">
        <pc:chgData name="(Student  C00276177) Tomas Smitas" userId="e774107f-2163-47ed-92a8-267c81fda801" providerId="ADAL" clId="{721F214C-3E94-49DF-84F8-3315B884A11B}" dt="2024-10-04T10:50:21.309" v="2909"/>
        <pc:sldMkLst>
          <pc:docMk/>
          <pc:sldMk cId="2539122921" sldId="256"/>
        </pc:sldMkLst>
        <pc:spChg chg="mod">
          <ac:chgData name="(Student  C00276177) Tomas Smitas" userId="e774107f-2163-47ed-92a8-267c81fda801" providerId="ADAL" clId="{721F214C-3E94-49DF-84F8-3315B884A11B}" dt="2024-09-29T11:27:40.254" v="163" actId="20577"/>
          <ac:spMkLst>
            <pc:docMk/>
            <pc:sldMk cId="2539122921" sldId="256"/>
            <ac:spMk id="2" creationId="{ED14C78C-4BCC-EDA1-0E96-FCCB9A2DEE2F}"/>
          </ac:spMkLst>
        </pc:spChg>
        <pc:spChg chg="mod">
          <ac:chgData name="(Student  C00276177) Tomas Smitas" userId="e774107f-2163-47ed-92a8-267c81fda801" providerId="ADAL" clId="{721F214C-3E94-49DF-84F8-3315B884A11B}" dt="2024-10-01T10:14:04.223" v="2730" actId="33524"/>
          <ac:spMkLst>
            <pc:docMk/>
            <pc:sldMk cId="2539122921" sldId="256"/>
            <ac:spMk id="3" creationId="{22722317-6F80-389D-C2DC-3698CE260253}"/>
          </ac:spMkLst>
        </pc:spChg>
        <pc:spChg chg="mod">
          <ac:chgData name="(Student  C00276177) Tomas Smitas" userId="e774107f-2163-47ed-92a8-267c81fda801" providerId="ADAL" clId="{721F214C-3E94-49DF-84F8-3315B884A11B}" dt="2024-09-29T11:13:06.658" v="114" actId="1076"/>
          <ac:spMkLst>
            <pc:docMk/>
            <pc:sldMk cId="2539122921" sldId="256"/>
            <ac:spMk id="4" creationId="{78454257-1E35-98B2-0754-0A4E90A3F831}"/>
          </ac:spMkLst>
        </pc:spChg>
        <pc:spChg chg="mod">
          <ac:chgData name="(Student  C00276177) Tomas Smitas" userId="e774107f-2163-47ed-92a8-267c81fda801" providerId="ADAL" clId="{721F214C-3E94-49DF-84F8-3315B884A11B}" dt="2024-10-01T10:31:54.168" v="2821" actId="20577"/>
          <ac:spMkLst>
            <pc:docMk/>
            <pc:sldMk cId="2539122921" sldId="256"/>
            <ac:spMk id="8" creationId="{0EF3F5F8-E124-CBAA-EC16-BB1AAFD66481}"/>
          </ac:spMkLst>
        </pc:spChg>
        <pc:spChg chg="mod">
          <ac:chgData name="(Student  C00276177) Tomas Smitas" userId="e774107f-2163-47ed-92a8-267c81fda801" providerId="ADAL" clId="{721F214C-3E94-49DF-84F8-3315B884A11B}" dt="2024-09-29T18:19:37.751" v="2371" actId="313"/>
          <ac:spMkLst>
            <pc:docMk/>
            <pc:sldMk cId="2539122921" sldId="256"/>
            <ac:spMk id="9" creationId="{325BF8F3-4A2C-9D46-B946-01BF5E438D69}"/>
          </ac:spMkLst>
        </pc:spChg>
        <pc:spChg chg="add mod">
          <ac:chgData name="(Student  C00276177) Tomas Smitas" userId="e774107f-2163-47ed-92a8-267c81fda801" providerId="ADAL" clId="{721F214C-3E94-49DF-84F8-3315B884A11B}" dt="2024-10-01T10:27:56.254" v="2797" actId="20577"/>
          <ac:spMkLst>
            <pc:docMk/>
            <pc:sldMk cId="2539122921" sldId="256"/>
            <ac:spMk id="26" creationId="{B79A0D01-F86A-5BF7-833E-58F240F9C363}"/>
          </ac:spMkLst>
        </pc:spChg>
        <pc:spChg chg="add mod">
          <ac:chgData name="(Student  C00276177) Tomas Smitas" userId="e774107f-2163-47ed-92a8-267c81fda801" providerId="ADAL" clId="{721F214C-3E94-49DF-84F8-3315B884A11B}" dt="2024-09-29T13:52:40.036" v="1757" actId="1076"/>
          <ac:spMkLst>
            <pc:docMk/>
            <pc:sldMk cId="2539122921" sldId="256"/>
            <ac:spMk id="27" creationId="{1AE178C2-2367-2FB6-1878-31B5E9D11B83}"/>
          </ac:spMkLst>
        </pc:spChg>
        <pc:spChg chg="add mod">
          <ac:chgData name="(Student  C00276177) Tomas Smitas" userId="e774107f-2163-47ed-92a8-267c81fda801" providerId="ADAL" clId="{721F214C-3E94-49DF-84F8-3315B884A11B}" dt="2024-09-29T13:22:20.833" v="1424"/>
          <ac:spMkLst>
            <pc:docMk/>
            <pc:sldMk cId="2539122921" sldId="256"/>
            <ac:spMk id="28" creationId="{907CAE6F-12CA-0796-A1F9-08D7D6A59C0B}"/>
          </ac:spMkLst>
        </pc:spChg>
        <pc:spChg chg="add mod">
          <ac:chgData name="(Student  C00276177) Tomas Smitas" userId="e774107f-2163-47ed-92a8-267c81fda801" providerId="ADAL" clId="{721F214C-3E94-49DF-84F8-3315B884A11B}" dt="2024-10-03T09:16:33.294" v="2851" actId="20577"/>
          <ac:spMkLst>
            <pc:docMk/>
            <pc:sldMk cId="2539122921" sldId="256"/>
            <ac:spMk id="29" creationId="{9DFDDE83-5BE8-AA9D-3CE0-6FA56A8966F1}"/>
          </ac:spMkLst>
        </pc:spChg>
        <pc:spChg chg="add mod">
          <ac:chgData name="(Student  C00276177) Tomas Smitas" userId="e774107f-2163-47ed-92a8-267c81fda801" providerId="ADAL" clId="{721F214C-3E94-49DF-84F8-3315B884A11B}" dt="2024-10-01T10:32:56.399" v="2834" actId="1076"/>
          <ac:spMkLst>
            <pc:docMk/>
            <pc:sldMk cId="2539122921" sldId="256"/>
            <ac:spMk id="30" creationId="{EFBD125B-3097-6837-D0F5-718D5D5115AD}"/>
          </ac:spMkLst>
        </pc:spChg>
        <pc:spChg chg="add mod">
          <ac:chgData name="(Student  C00276177) Tomas Smitas" userId="e774107f-2163-47ed-92a8-267c81fda801" providerId="ADAL" clId="{721F214C-3E94-49DF-84F8-3315B884A11B}" dt="2024-10-01T10:35:04.123" v="2839" actId="255"/>
          <ac:spMkLst>
            <pc:docMk/>
            <pc:sldMk cId="2539122921" sldId="256"/>
            <ac:spMk id="31" creationId="{7CC5B6F4-92F6-F2A3-74EA-9BD852C82994}"/>
          </ac:spMkLst>
        </pc:spChg>
        <pc:spChg chg="add mod">
          <ac:chgData name="(Student  C00276177) Tomas Smitas" userId="e774107f-2163-47ed-92a8-267c81fda801" providerId="ADAL" clId="{721F214C-3E94-49DF-84F8-3315B884A11B}" dt="2024-10-01T10:19:15.976" v="2764" actId="113"/>
          <ac:spMkLst>
            <pc:docMk/>
            <pc:sldMk cId="2539122921" sldId="256"/>
            <ac:spMk id="32" creationId="{CA3600DE-4041-E829-861F-CB6692867C25}"/>
          </ac:spMkLst>
        </pc:spChg>
        <pc:picChg chg="mod">
          <ac:chgData name="(Student  C00276177) Tomas Smitas" userId="e774107f-2163-47ed-92a8-267c81fda801" providerId="ADAL" clId="{721F214C-3E94-49DF-84F8-3315B884A11B}" dt="2024-09-29T11:27:51.954" v="165" actId="1076"/>
          <ac:picMkLst>
            <pc:docMk/>
            <pc:sldMk cId="2539122921" sldId="256"/>
            <ac:picMk id="5" creationId="{01D13F03-852B-989A-B091-29AD46E22E91}"/>
          </ac:picMkLst>
        </pc:picChg>
        <pc:picChg chg="del">
          <ac:chgData name="(Student  C00276177) Tomas Smitas" userId="e774107f-2163-47ed-92a8-267c81fda801" providerId="ADAL" clId="{721F214C-3E94-49DF-84F8-3315B884A11B}" dt="2024-10-04T09:54:39.381" v="2867" actId="478"/>
          <ac:picMkLst>
            <pc:docMk/>
            <pc:sldMk cId="2539122921" sldId="256"/>
            <ac:picMk id="6" creationId="{D08BCAE9-56F1-ECA5-E4BD-755B0D573CC6}"/>
          </ac:picMkLst>
        </pc:picChg>
        <pc:picChg chg="add mod">
          <ac:chgData name="(Student  C00276177) Tomas Smitas" userId="e774107f-2163-47ed-92a8-267c81fda801" providerId="ADAL" clId="{721F214C-3E94-49DF-84F8-3315B884A11B}" dt="2024-09-29T11:23:50.411" v="142"/>
          <ac:picMkLst>
            <pc:docMk/>
            <pc:sldMk cId="2539122921" sldId="256"/>
            <ac:picMk id="7" creationId="{A6AF5425-83EC-EF36-129E-A2384839C11A}"/>
          </ac:picMkLst>
        </pc:picChg>
        <pc:picChg chg="add del mod">
          <ac:chgData name="(Student  C00276177) Tomas Smitas" userId="e774107f-2163-47ed-92a8-267c81fda801" providerId="ADAL" clId="{721F214C-3E94-49DF-84F8-3315B884A11B}" dt="2024-09-29T11:25:02.321" v="146" actId="478"/>
          <ac:picMkLst>
            <pc:docMk/>
            <pc:sldMk cId="2539122921" sldId="256"/>
            <ac:picMk id="11" creationId="{C9A3C9CF-E21D-4FFA-8121-58662AD877B6}"/>
          </ac:picMkLst>
        </pc:picChg>
        <pc:picChg chg="add mod">
          <ac:chgData name="(Student  C00276177) Tomas Smitas" userId="e774107f-2163-47ed-92a8-267c81fda801" providerId="ADAL" clId="{721F214C-3E94-49DF-84F8-3315B884A11B}" dt="2024-09-29T11:26:21.159" v="154"/>
          <ac:picMkLst>
            <pc:docMk/>
            <pc:sldMk cId="2539122921" sldId="256"/>
            <ac:picMk id="13" creationId="{1F75997D-0DC1-350A-A91F-B4FFFA255CF3}"/>
          </ac:picMkLst>
        </pc:picChg>
        <pc:picChg chg="add del mod">
          <ac:chgData name="(Student  C00276177) Tomas Smitas" userId="e774107f-2163-47ed-92a8-267c81fda801" providerId="ADAL" clId="{721F214C-3E94-49DF-84F8-3315B884A11B}" dt="2024-10-04T07:51:22.743" v="2854"/>
          <ac:picMkLst>
            <pc:docMk/>
            <pc:sldMk cId="2539122921" sldId="256"/>
            <ac:picMk id="13" creationId="{3640A21E-375A-F873-755C-A6CA552160FF}"/>
          </ac:picMkLst>
        </pc:picChg>
        <pc:picChg chg="add del mod">
          <ac:chgData name="(Student  C00276177) Tomas Smitas" userId="e774107f-2163-47ed-92a8-267c81fda801" providerId="ADAL" clId="{721F214C-3E94-49DF-84F8-3315B884A11B}" dt="2024-10-04T07:52:07.260" v="2856"/>
          <ac:picMkLst>
            <pc:docMk/>
            <pc:sldMk cId="2539122921" sldId="256"/>
            <ac:picMk id="14" creationId="{ED686F7C-D4E2-640E-E9A9-D7FC50D3D139}"/>
          </ac:picMkLst>
        </pc:picChg>
        <pc:picChg chg="add del mod">
          <ac:chgData name="(Student  C00276177) Tomas Smitas" userId="e774107f-2163-47ed-92a8-267c81fda801" providerId="ADAL" clId="{721F214C-3E94-49DF-84F8-3315B884A11B}" dt="2024-09-29T13:46:01.243" v="1669" actId="478"/>
          <ac:picMkLst>
            <pc:docMk/>
            <pc:sldMk cId="2539122921" sldId="256"/>
            <ac:picMk id="15" creationId="{62EFF816-FAF2-C756-A85E-B4BC12FACE02}"/>
          </ac:picMkLst>
        </pc:picChg>
        <pc:picChg chg="add mod">
          <ac:chgData name="(Student  C00276177) Tomas Smitas" userId="e774107f-2163-47ed-92a8-267c81fda801" providerId="ADAL" clId="{721F214C-3E94-49DF-84F8-3315B884A11B}" dt="2024-09-29T12:41:22.037" v="982"/>
          <ac:picMkLst>
            <pc:docMk/>
            <pc:sldMk cId="2539122921" sldId="256"/>
            <ac:picMk id="17" creationId="{20DA1595-9EF2-0179-2B20-5E5A4CB74C43}"/>
          </ac:picMkLst>
        </pc:picChg>
        <pc:picChg chg="add mod">
          <ac:chgData name="(Student  C00276177) Tomas Smitas" userId="e774107f-2163-47ed-92a8-267c81fda801" providerId="ADAL" clId="{721F214C-3E94-49DF-84F8-3315B884A11B}" dt="2024-09-29T12:43:49.326" v="987"/>
          <ac:picMkLst>
            <pc:docMk/>
            <pc:sldMk cId="2539122921" sldId="256"/>
            <ac:picMk id="19" creationId="{8FDE97F6-B638-956D-E8A8-3808C0ACBF8D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07:52:39.054" v="2857"/>
          <ac:picMkLst>
            <pc:docMk/>
            <pc:sldMk cId="2539122921" sldId="256"/>
            <ac:picMk id="19" creationId="{B2D5FEB8-4E42-1085-F173-72EE07D7720D}"/>
          </ac:picMkLst>
        </pc:picChg>
        <pc:picChg chg="add del mod">
          <ac:chgData name="(Student  C00276177) Tomas Smitas" userId="e774107f-2163-47ed-92a8-267c81fda801" providerId="ADAL" clId="{721F214C-3E94-49DF-84F8-3315B884A11B}" dt="2024-10-04T08:04:43.315" v="2859"/>
          <ac:picMkLst>
            <pc:docMk/>
            <pc:sldMk cId="2539122921" sldId="256"/>
            <ac:picMk id="20" creationId="{11BDD868-5D3F-2C4B-8528-875B98BCAE89}"/>
          </ac:picMkLst>
        </pc:picChg>
        <pc:picChg chg="add del mod modCrop">
          <ac:chgData name="(Student  C00276177) Tomas Smitas" userId="e774107f-2163-47ed-92a8-267c81fda801" providerId="ADAL" clId="{721F214C-3E94-49DF-84F8-3315B884A11B}" dt="2024-10-01T10:20:06.021" v="2771" actId="1076"/>
          <ac:picMkLst>
            <pc:docMk/>
            <pc:sldMk cId="2539122921" sldId="256"/>
            <ac:picMk id="21" creationId="{32EAACF2-D2F5-9BBC-0961-DA2DCC5653B3}"/>
          </ac:picMkLst>
        </pc:picChg>
        <pc:picChg chg="add mod">
          <ac:chgData name="(Student  C00276177) Tomas Smitas" userId="e774107f-2163-47ed-92a8-267c81fda801" providerId="ADAL" clId="{721F214C-3E94-49DF-84F8-3315B884A11B}" dt="2024-09-29T12:50:51.373" v="1005"/>
          <ac:picMkLst>
            <pc:docMk/>
            <pc:sldMk cId="2539122921" sldId="256"/>
            <ac:picMk id="23" creationId="{E0756ACC-DCF5-DE30-4EB1-7D64E225AF1F}"/>
          </ac:picMkLst>
        </pc:picChg>
        <pc:picChg chg="add del mod">
          <ac:chgData name="(Student  C00276177) Tomas Smitas" userId="e774107f-2163-47ed-92a8-267c81fda801" providerId="ADAL" clId="{721F214C-3E94-49DF-84F8-3315B884A11B}" dt="2024-09-29T13:25:14.626" v="1427" actId="478"/>
          <ac:picMkLst>
            <pc:docMk/>
            <pc:sldMk cId="2539122921" sldId="256"/>
            <ac:picMk id="25" creationId="{4FC7EBE0-8BB1-AA9B-12C4-FAB34FD5B5BA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08:04:52.166" v="2860"/>
          <ac:picMkLst>
            <pc:docMk/>
            <pc:sldMk cId="2539122921" sldId="256"/>
            <ac:picMk id="34" creationId="{024815DF-DB26-B443-AA00-AEB1C3656C7E}"/>
          </ac:picMkLst>
        </pc:picChg>
        <pc:picChg chg="add mod">
          <ac:chgData name="(Student  C00276177) Tomas Smitas" userId="e774107f-2163-47ed-92a8-267c81fda801" providerId="ADAL" clId="{721F214C-3E94-49DF-84F8-3315B884A11B}" dt="2024-10-01T09:18:46.856" v="2377"/>
          <ac:picMkLst>
            <pc:docMk/>
            <pc:sldMk cId="2539122921" sldId="256"/>
            <ac:picMk id="34" creationId="{331969C3-0130-FF79-DF21-4ADB2F6FA3D7}"/>
          </ac:picMkLst>
        </pc:picChg>
        <pc:picChg chg="add del mod">
          <ac:chgData name="(Student  C00276177) Tomas Smitas" userId="e774107f-2163-47ed-92a8-267c81fda801" providerId="ADAL" clId="{721F214C-3E94-49DF-84F8-3315B884A11B}" dt="2024-10-04T08:05:43.275" v="2862"/>
          <ac:picMkLst>
            <pc:docMk/>
            <pc:sldMk cId="2539122921" sldId="256"/>
            <ac:picMk id="35" creationId="{C0A8C9C6-0A2D-120E-ED70-A63E9D216A5F}"/>
          </ac:picMkLst>
        </pc:picChg>
        <pc:picChg chg="add mod">
          <ac:chgData name="(Student  C00276177) Tomas Smitas" userId="e774107f-2163-47ed-92a8-267c81fda801" providerId="ADAL" clId="{721F214C-3E94-49DF-84F8-3315B884A11B}" dt="2024-10-01T09:22:04.100" v="2382"/>
          <ac:picMkLst>
            <pc:docMk/>
            <pc:sldMk cId="2539122921" sldId="256"/>
            <ac:picMk id="36" creationId="{0EC43ACE-DE39-C337-7F2A-42597E3A2341}"/>
          </ac:picMkLst>
        </pc:picChg>
        <pc:picChg chg="add mod">
          <ac:chgData name="(Student  C00276177) Tomas Smitas" userId="e774107f-2163-47ed-92a8-267c81fda801" providerId="ADAL" clId="{721F214C-3E94-49DF-84F8-3315B884A11B}" dt="2024-10-01T09:23:17.887" v="2383"/>
          <ac:picMkLst>
            <pc:docMk/>
            <pc:sldMk cId="2539122921" sldId="256"/>
            <ac:picMk id="38" creationId="{5BD7EF07-F03A-B2FC-0ABD-5A9AEA494428}"/>
          </ac:picMkLst>
        </pc:picChg>
        <pc:picChg chg="add mod">
          <ac:chgData name="(Student  C00276177) Tomas Smitas" userId="e774107f-2163-47ed-92a8-267c81fda801" providerId="ADAL" clId="{721F214C-3E94-49DF-84F8-3315B884A11B}" dt="2024-10-01T09:24:10.507" v="2388"/>
          <ac:picMkLst>
            <pc:docMk/>
            <pc:sldMk cId="2539122921" sldId="256"/>
            <ac:picMk id="40" creationId="{495F3433-867C-C917-4700-CE06627064C5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08:05:54.429" v="2863"/>
          <ac:picMkLst>
            <pc:docMk/>
            <pc:sldMk cId="2539122921" sldId="256"/>
            <ac:picMk id="40" creationId="{BC06FB23-817F-4408-F240-E9B849D2A34C}"/>
          </ac:picMkLst>
        </pc:picChg>
        <pc:picChg chg="add del mod">
          <ac:chgData name="(Student  C00276177) Tomas Smitas" userId="e774107f-2163-47ed-92a8-267c81fda801" providerId="ADAL" clId="{721F214C-3E94-49DF-84F8-3315B884A11B}" dt="2024-10-04T08:08:17.477" v="2865"/>
          <ac:picMkLst>
            <pc:docMk/>
            <pc:sldMk cId="2539122921" sldId="256"/>
            <ac:picMk id="41" creationId="{234253EE-A339-FAB6-F016-E861AD0F2A32}"/>
          </ac:picMkLst>
        </pc:picChg>
        <pc:picChg chg="add mod">
          <ac:chgData name="(Student  C00276177) Tomas Smitas" userId="e774107f-2163-47ed-92a8-267c81fda801" providerId="ADAL" clId="{721F214C-3E94-49DF-84F8-3315B884A11B}" dt="2024-10-01T09:25:12.178" v="2389"/>
          <ac:picMkLst>
            <pc:docMk/>
            <pc:sldMk cId="2539122921" sldId="256"/>
            <ac:picMk id="42" creationId="{C9423DD6-4BA9-4F7B-0429-391298F6796B}"/>
          </ac:picMkLst>
        </pc:picChg>
        <pc:picChg chg="add mod modCrop">
          <ac:chgData name="(Student  C00276177) Tomas Smitas" userId="e774107f-2163-47ed-92a8-267c81fda801" providerId="ADAL" clId="{721F214C-3E94-49DF-84F8-3315B884A11B}" dt="2024-10-01T09:45:28.135" v="2551" actId="1076"/>
          <ac:picMkLst>
            <pc:docMk/>
            <pc:sldMk cId="2539122921" sldId="256"/>
            <ac:picMk id="44" creationId="{7C53672A-45CD-D13F-DD04-C00D3EF89B72}"/>
          </ac:picMkLst>
        </pc:picChg>
        <pc:picChg chg="add mod">
          <ac:chgData name="(Student  C00276177) Tomas Smitas" userId="e774107f-2163-47ed-92a8-267c81fda801" providerId="ADAL" clId="{721F214C-3E94-49DF-84F8-3315B884A11B}" dt="2024-10-01T09:28:16.959" v="2404" actId="931"/>
          <ac:picMkLst>
            <pc:docMk/>
            <pc:sldMk cId="2539122921" sldId="256"/>
            <ac:picMk id="46" creationId="{B138E1BA-7D05-8F73-AF2A-B62FA36ABA97}"/>
          </ac:picMkLst>
        </pc:picChg>
        <pc:picChg chg="add mod">
          <ac:chgData name="(Student  C00276177) Tomas Smitas" userId="e774107f-2163-47ed-92a8-267c81fda801" providerId="ADAL" clId="{721F214C-3E94-49DF-84F8-3315B884A11B}" dt="2024-10-01T09:30:35.836" v="2445" actId="688"/>
          <ac:picMkLst>
            <pc:docMk/>
            <pc:sldMk cId="2539122921" sldId="256"/>
            <ac:picMk id="47" creationId="{E957A777-ACAB-24B9-D8D5-3F8624FBA6F7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08:08:28.474" v="2866"/>
          <ac:picMkLst>
            <pc:docMk/>
            <pc:sldMk cId="2539122921" sldId="256"/>
            <ac:picMk id="48" creationId="{AAB1D9B9-F45A-03EE-4DA7-30C38DB4620A}"/>
          </ac:picMkLst>
        </pc:picChg>
        <pc:picChg chg="add mod">
          <ac:chgData name="(Student  C00276177) Tomas Smitas" userId="e774107f-2163-47ed-92a8-267c81fda801" providerId="ADAL" clId="{721F214C-3E94-49DF-84F8-3315B884A11B}" dt="2024-10-01T10:20:24.050" v="2773" actId="1076"/>
          <ac:picMkLst>
            <pc:docMk/>
            <pc:sldMk cId="2539122921" sldId="256"/>
            <ac:picMk id="49" creationId="{8AFD15A6-3166-7280-F30D-70944AB551CC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5:35.242" v="2869"/>
          <ac:picMkLst>
            <pc:docMk/>
            <pc:sldMk cId="2539122921" sldId="256"/>
            <ac:picMk id="50" creationId="{EAF66C77-FCD9-D97B-5290-BB4AFA8FA897}"/>
          </ac:picMkLst>
        </pc:picChg>
        <pc:picChg chg="add mod">
          <ac:chgData name="(Student  C00276177) Tomas Smitas" userId="e774107f-2163-47ed-92a8-267c81fda801" providerId="ADAL" clId="{721F214C-3E94-49DF-84F8-3315B884A11B}" dt="2024-10-01T10:19:34.869" v="2765" actId="1076"/>
          <ac:picMkLst>
            <pc:docMk/>
            <pc:sldMk cId="2539122921" sldId="256"/>
            <ac:picMk id="51" creationId="{E68BA061-BC66-DACB-2BB5-B80DD61B0922}"/>
          </ac:picMkLst>
        </pc:picChg>
        <pc:picChg chg="add mod">
          <ac:chgData name="(Student  C00276177) Tomas Smitas" userId="e774107f-2163-47ed-92a8-267c81fda801" providerId="ADAL" clId="{721F214C-3E94-49DF-84F8-3315B884A11B}" dt="2024-10-01T10:31:56.040" v="2822" actId="1076"/>
          <ac:picMkLst>
            <pc:docMk/>
            <pc:sldMk cId="2539122921" sldId="256"/>
            <ac:picMk id="52" creationId="{0E97D892-C2AF-CA37-43D5-259AA6B85460}"/>
          </ac:picMkLst>
        </pc:picChg>
        <pc:picChg chg="add mod">
          <ac:chgData name="(Student  C00276177) Tomas Smitas" userId="e774107f-2163-47ed-92a8-267c81fda801" providerId="ADAL" clId="{721F214C-3E94-49DF-84F8-3315B884A11B}" dt="2024-10-01T10:29:18.557" v="2804" actId="1076"/>
          <ac:picMkLst>
            <pc:docMk/>
            <pc:sldMk cId="2539122921" sldId="256"/>
            <ac:picMk id="54" creationId="{E8BAA466-1B9E-4FBE-71A1-7967AF93473E}"/>
          </ac:picMkLst>
        </pc:picChg>
        <pc:picChg chg="add mod">
          <ac:chgData name="(Student  C00276177) Tomas Smitas" userId="e774107f-2163-47ed-92a8-267c81fda801" providerId="ADAL" clId="{721F214C-3E94-49DF-84F8-3315B884A11B}" dt="2024-10-01T10:29:31.163" v="2809" actId="1076"/>
          <ac:picMkLst>
            <pc:docMk/>
            <pc:sldMk cId="2539122921" sldId="256"/>
            <ac:picMk id="55" creationId="{D6504004-9D7C-2EEB-F505-B9A507DF443B}"/>
          </ac:picMkLst>
        </pc:picChg>
        <pc:picChg chg="add mod">
          <ac:chgData name="(Student  C00276177) Tomas Smitas" userId="e774107f-2163-47ed-92a8-267c81fda801" providerId="ADAL" clId="{721F214C-3E94-49DF-84F8-3315B884A11B}" dt="2024-10-01T10:30:59.070" v="2814" actId="1076"/>
          <ac:picMkLst>
            <pc:docMk/>
            <pc:sldMk cId="2539122921" sldId="256"/>
            <ac:picMk id="57" creationId="{E3791990-55BA-9E92-F3A1-21D2F0B22F26}"/>
          </ac:picMkLst>
        </pc:picChg>
        <pc:picChg chg="add mod">
          <ac:chgData name="(Student  C00276177) Tomas Smitas" userId="e774107f-2163-47ed-92a8-267c81fda801" providerId="ADAL" clId="{721F214C-3E94-49DF-84F8-3315B884A11B}" dt="2024-10-01T10:31:08.242" v="2818" actId="1076"/>
          <ac:picMkLst>
            <pc:docMk/>
            <pc:sldMk cId="2539122921" sldId="256"/>
            <ac:picMk id="58" creationId="{B9B0BE47-341C-57AB-B9C0-73BC957570B0}"/>
          </ac:picMkLst>
        </pc:picChg>
        <pc:picChg chg="add mod">
          <ac:chgData name="(Student  C00276177) Tomas Smitas" userId="e774107f-2163-47ed-92a8-267c81fda801" providerId="ADAL" clId="{721F214C-3E94-49DF-84F8-3315B884A11B}" dt="2024-10-01T10:39:12.976" v="2850" actId="1076"/>
          <ac:picMkLst>
            <pc:docMk/>
            <pc:sldMk cId="2539122921" sldId="256"/>
            <ac:picMk id="60" creationId="{268F1A29-8C87-09B3-48FE-B2E3EB9E667A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5:48.065" v="2870"/>
          <ac:picMkLst>
            <pc:docMk/>
            <pc:sldMk cId="2539122921" sldId="256"/>
            <ac:picMk id="62" creationId="{BA91EB50-BD2A-1B08-6379-8617F7690DAF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6:00.850" v="2872"/>
          <ac:picMkLst>
            <pc:docMk/>
            <pc:sldMk cId="2539122921" sldId="256"/>
            <ac:picMk id="63" creationId="{686AEEBC-51CC-39D5-85E6-2A808FACD1C9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6:57.197" v="2873"/>
          <ac:picMkLst>
            <pc:docMk/>
            <pc:sldMk cId="2539122921" sldId="256"/>
            <ac:picMk id="67" creationId="{27B473AA-467D-6A49-F58F-76982B6FE022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7:00.719" v="2875"/>
          <ac:picMkLst>
            <pc:docMk/>
            <pc:sldMk cId="2539122921" sldId="256"/>
            <ac:picMk id="68" creationId="{64561F8C-DADA-1215-9B9C-EDE2E1BD4820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7:40.819" v="2876"/>
          <ac:picMkLst>
            <pc:docMk/>
            <pc:sldMk cId="2539122921" sldId="256"/>
            <ac:picMk id="71" creationId="{233C7D2F-C9C3-8FED-F30D-A63A6C0DBF08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7:43.091" v="2878"/>
          <ac:picMkLst>
            <pc:docMk/>
            <pc:sldMk cId="2539122921" sldId="256"/>
            <ac:picMk id="72" creationId="{10A61AE0-C9D9-53EA-A1D1-50187EBB757A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7:47.542" v="2879"/>
          <ac:picMkLst>
            <pc:docMk/>
            <pc:sldMk cId="2539122921" sldId="256"/>
            <ac:picMk id="75" creationId="{7C07BC95-9B7D-E6B4-6804-B1816DAB2EEB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8:00.696" v="2881"/>
          <ac:picMkLst>
            <pc:docMk/>
            <pc:sldMk cId="2539122921" sldId="256"/>
            <ac:picMk id="76" creationId="{768EFFF8-1398-9096-B244-BAE1E64FDC40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8:10.423" v="2882"/>
          <ac:picMkLst>
            <pc:docMk/>
            <pc:sldMk cId="2539122921" sldId="256"/>
            <ac:picMk id="79" creationId="{C6B62B71-8D80-4486-BAB2-33F803142F06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8:25.719" v="2884"/>
          <ac:picMkLst>
            <pc:docMk/>
            <pc:sldMk cId="2539122921" sldId="256"/>
            <ac:picMk id="80" creationId="{1CFF21DC-7B7F-F985-0116-E66B44691F97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9:34.656" v="2885"/>
          <ac:picMkLst>
            <pc:docMk/>
            <pc:sldMk cId="2539122921" sldId="256"/>
            <ac:picMk id="83" creationId="{75EB86FF-5764-54FB-3632-E8E3C68F9969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9:51.005" v="2887"/>
          <ac:picMkLst>
            <pc:docMk/>
            <pc:sldMk cId="2539122921" sldId="256"/>
            <ac:picMk id="84" creationId="{38A9DE07-458E-094C-FD48-1F49C0A36AAB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9:55.033" v="2888"/>
          <ac:picMkLst>
            <pc:docMk/>
            <pc:sldMk cId="2539122921" sldId="256"/>
            <ac:picMk id="87" creationId="{0495C63B-F82D-8621-18D7-0099F8952D32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9:59.052" v="2890"/>
          <ac:picMkLst>
            <pc:docMk/>
            <pc:sldMk cId="2539122921" sldId="256"/>
            <ac:picMk id="88" creationId="{D5FAAD42-D533-96F7-6C3C-B6439D043D46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10:59.778" v="2891"/>
          <ac:picMkLst>
            <pc:docMk/>
            <pc:sldMk cId="2539122921" sldId="256"/>
            <ac:picMk id="91" creationId="{44FA958B-F353-1124-D47F-7E4732D6A66C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18:43.936" v="2893"/>
          <ac:picMkLst>
            <pc:docMk/>
            <pc:sldMk cId="2539122921" sldId="256"/>
            <ac:picMk id="92" creationId="{054295A1-01B3-CBA9-8977-35E7A95B02F3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18:48.219" v="2894"/>
          <ac:picMkLst>
            <pc:docMk/>
            <pc:sldMk cId="2539122921" sldId="256"/>
            <ac:picMk id="97" creationId="{1D88FA28-018C-D725-1895-E940A81F9C52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19:04.187" v="2896"/>
          <ac:picMkLst>
            <pc:docMk/>
            <pc:sldMk cId="2539122921" sldId="256"/>
            <ac:picMk id="98" creationId="{37B2853B-6EB2-5A81-E71E-19A80540F479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19:28.661" v="2897"/>
          <ac:picMkLst>
            <pc:docMk/>
            <pc:sldMk cId="2539122921" sldId="256"/>
            <ac:picMk id="101" creationId="{0C6C72B4-1597-EB07-6AE3-DC15C8BAFBB7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19:38.591" v="2899"/>
          <ac:picMkLst>
            <pc:docMk/>
            <pc:sldMk cId="2539122921" sldId="256"/>
            <ac:picMk id="102" creationId="{AD42E2AB-5B7D-82F0-E3AA-9C0FEAB520B1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19:43.034" v="2900"/>
          <ac:picMkLst>
            <pc:docMk/>
            <pc:sldMk cId="2539122921" sldId="256"/>
            <ac:picMk id="105" creationId="{54CB18F8-570A-A7B2-DEAB-BE7B26709BD9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19:45.377" v="2902"/>
          <ac:picMkLst>
            <pc:docMk/>
            <pc:sldMk cId="2539122921" sldId="256"/>
            <ac:picMk id="106" creationId="{42BCF9EF-1C16-B2C7-9BE9-677D00AAF681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20:08.728" v="2903"/>
          <ac:picMkLst>
            <pc:docMk/>
            <pc:sldMk cId="2539122921" sldId="256"/>
            <ac:picMk id="109" creationId="{D86BEFEC-8F15-2D9F-2747-22E9F624A2C0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28:08.065" v="2905"/>
          <ac:picMkLst>
            <pc:docMk/>
            <pc:sldMk cId="2539122921" sldId="256"/>
            <ac:picMk id="110" creationId="{4EFB16DA-6F60-F586-99F2-8D31E3FA84D9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33:57.155" v="2906"/>
          <ac:picMkLst>
            <pc:docMk/>
            <pc:sldMk cId="2539122921" sldId="256"/>
            <ac:picMk id="113" creationId="{6DFF5DC2-3F39-2910-1C64-D2E420D00B10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44:37.927" v="2908"/>
          <ac:picMkLst>
            <pc:docMk/>
            <pc:sldMk cId="2539122921" sldId="256"/>
            <ac:picMk id="114" creationId="{EF5D8D8C-0A3C-22A4-ED56-48680CFC08AF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50:21.309" v="2909"/>
          <ac:picMkLst>
            <pc:docMk/>
            <pc:sldMk cId="2539122921" sldId="256"/>
            <ac:picMk id="119" creationId="{E96BAC29-0CD9-1F8F-A647-3E6D41974CC8}"/>
          </ac:picMkLst>
        </pc:picChg>
        <pc:picChg chg="add mod">
          <ac:chgData name="(Student  C00276177) Tomas Smitas" userId="e774107f-2163-47ed-92a8-267c81fda801" providerId="ADAL" clId="{721F214C-3E94-49DF-84F8-3315B884A11B}" dt="2024-10-04T10:50:21.309" v="2909"/>
          <ac:picMkLst>
            <pc:docMk/>
            <pc:sldMk cId="2539122921" sldId="256"/>
            <ac:picMk id="120" creationId="{FE0ED468-4DCE-E026-8710-205FF162F77B}"/>
          </ac:picMkLst>
        </pc:picChg>
      </pc:sldChg>
      <pc:sldChg chg="modSp new del mod">
        <pc:chgData name="(Student  C00276177) Tomas Smitas" userId="e774107f-2163-47ed-92a8-267c81fda801" providerId="ADAL" clId="{721F214C-3E94-49DF-84F8-3315B884A11B}" dt="2024-10-01T09:49:17.867" v="2605" actId="2696"/>
        <pc:sldMkLst>
          <pc:docMk/>
          <pc:sldMk cId="3092018125" sldId="257"/>
        </pc:sldMkLst>
        <pc:spChg chg="mod">
          <ac:chgData name="(Student  C00276177) Tomas Smitas" userId="e774107f-2163-47ed-92a8-267c81fda801" providerId="ADAL" clId="{721F214C-3E94-49DF-84F8-3315B884A11B}" dt="2024-10-01T09:49:04.602" v="2604" actId="20577"/>
          <ac:spMkLst>
            <pc:docMk/>
            <pc:sldMk cId="3092018125" sldId="257"/>
            <ac:spMk id="2" creationId="{3DCD664A-7788-B2CC-C9C4-8B28E0FB824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59DF86-DFAD-4383-AD85-E587D6DB3346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4600" y="1143000"/>
            <a:ext cx="4368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D45F86-80A3-45F6-B985-69735595D0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7100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D45F86-80A3-45F6-B985-69735595D0C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1519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3499590"/>
            <a:ext cx="25733931" cy="7444669"/>
          </a:xfrm>
        </p:spPr>
        <p:txBody>
          <a:bodyPr anchor="b"/>
          <a:lstStyle>
            <a:lvl1pPr algn="ctr">
              <a:defRPr sz="1870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11231355"/>
            <a:ext cx="22706410" cy="5162758"/>
          </a:xfrm>
        </p:spPr>
        <p:txBody>
          <a:bodyPr/>
          <a:lstStyle>
            <a:lvl1pPr marL="0" indent="0" algn="ctr">
              <a:buNone/>
              <a:defRPr sz="7483"/>
            </a:lvl1pPr>
            <a:lvl2pPr marL="1425595" indent="0" algn="ctr">
              <a:buNone/>
              <a:defRPr sz="6236"/>
            </a:lvl2pPr>
            <a:lvl3pPr marL="2851191" indent="0" algn="ctr">
              <a:buNone/>
              <a:defRPr sz="5613"/>
            </a:lvl3pPr>
            <a:lvl4pPr marL="4276786" indent="0" algn="ctr">
              <a:buNone/>
              <a:defRPr sz="4989"/>
            </a:lvl4pPr>
            <a:lvl5pPr marL="5702381" indent="0" algn="ctr">
              <a:buNone/>
              <a:defRPr sz="4989"/>
            </a:lvl5pPr>
            <a:lvl6pPr marL="7127977" indent="0" algn="ctr">
              <a:buNone/>
              <a:defRPr sz="4989"/>
            </a:lvl6pPr>
            <a:lvl7pPr marL="8553572" indent="0" algn="ctr">
              <a:buNone/>
              <a:defRPr sz="4989"/>
            </a:lvl7pPr>
            <a:lvl8pPr marL="9979167" indent="0" algn="ctr">
              <a:buNone/>
              <a:defRPr sz="4989"/>
            </a:lvl8pPr>
            <a:lvl9pPr marL="11404763" indent="0" algn="ctr">
              <a:buNone/>
              <a:defRPr sz="498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236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073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5331063"/>
            <a:ext cx="26112371" cy="8894992"/>
          </a:xfrm>
        </p:spPr>
        <p:txBody>
          <a:bodyPr anchor="b"/>
          <a:lstStyle>
            <a:lvl1pPr>
              <a:defRPr sz="1870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14310205"/>
            <a:ext cx="26112371" cy="4677666"/>
          </a:xfrm>
        </p:spPr>
        <p:txBody>
          <a:bodyPr/>
          <a:lstStyle>
            <a:lvl1pPr marL="0" indent="0">
              <a:buNone/>
              <a:defRPr sz="7483">
                <a:solidFill>
                  <a:schemeClr val="tx1">
                    <a:tint val="82000"/>
                  </a:schemeClr>
                </a:solidFill>
              </a:defRPr>
            </a:lvl1pPr>
            <a:lvl2pPr marL="1425595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2pPr>
            <a:lvl3pPr marL="2851191" indent="0">
              <a:buNone/>
              <a:defRPr sz="5613">
                <a:solidFill>
                  <a:schemeClr val="tx1">
                    <a:tint val="82000"/>
                  </a:schemeClr>
                </a:solidFill>
              </a:defRPr>
            </a:lvl3pPr>
            <a:lvl4pPr marL="4276786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4pPr>
            <a:lvl5pPr marL="5702381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5pPr>
            <a:lvl6pPr marL="712797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6pPr>
            <a:lvl7pPr marL="8553572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7pPr>
            <a:lvl8pPr marL="997916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8pPr>
            <a:lvl9pPr marL="11404763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8027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5692400"/>
            <a:ext cx="12866966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5692400"/>
            <a:ext cx="12866966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2677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138485"/>
            <a:ext cx="26112371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5241960"/>
            <a:ext cx="12807832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7810963"/>
            <a:ext cx="12807832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5241960"/>
            <a:ext cx="12870909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7810963"/>
            <a:ext cx="12870909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5172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0995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185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3078850"/>
            <a:ext cx="15326827" cy="15196234"/>
          </a:xfrm>
        </p:spPr>
        <p:txBody>
          <a:bodyPr/>
          <a:lstStyle>
            <a:lvl1pPr>
              <a:defRPr sz="9978"/>
            </a:lvl1pPr>
            <a:lvl2pPr>
              <a:defRPr sz="8731"/>
            </a:lvl2pPr>
            <a:lvl3pPr>
              <a:defRPr sz="7483"/>
            </a:lvl3pPr>
            <a:lvl4pPr>
              <a:defRPr sz="6236"/>
            </a:lvl4pPr>
            <a:lvl5pPr>
              <a:defRPr sz="6236"/>
            </a:lvl5pPr>
            <a:lvl6pPr>
              <a:defRPr sz="6236"/>
            </a:lvl6pPr>
            <a:lvl7pPr>
              <a:defRPr sz="6236"/>
            </a:lvl7pPr>
            <a:lvl8pPr>
              <a:defRPr sz="6236"/>
            </a:lvl8pPr>
            <a:lvl9pPr>
              <a:defRPr sz="623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3118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3078850"/>
            <a:ext cx="15326827" cy="15196234"/>
          </a:xfrm>
        </p:spPr>
        <p:txBody>
          <a:bodyPr anchor="t"/>
          <a:lstStyle>
            <a:lvl1pPr marL="0" indent="0">
              <a:buNone/>
              <a:defRPr sz="9978"/>
            </a:lvl1pPr>
            <a:lvl2pPr marL="1425595" indent="0">
              <a:buNone/>
              <a:defRPr sz="8731"/>
            </a:lvl2pPr>
            <a:lvl3pPr marL="2851191" indent="0">
              <a:buNone/>
              <a:defRPr sz="7483"/>
            </a:lvl3pPr>
            <a:lvl4pPr marL="4276786" indent="0">
              <a:buNone/>
              <a:defRPr sz="6236"/>
            </a:lvl4pPr>
            <a:lvl5pPr marL="5702381" indent="0">
              <a:buNone/>
              <a:defRPr sz="6236"/>
            </a:lvl5pPr>
            <a:lvl6pPr marL="7127977" indent="0">
              <a:buNone/>
              <a:defRPr sz="6236"/>
            </a:lvl6pPr>
            <a:lvl7pPr marL="8553572" indent="0">
              <a:buNone/>
              <a:defRPr sz="6236"/>
            </a:lvl7pPr>
            <a:lvl8pPr marL="9979167" indent="0">
              <a:buNone/>
              <a:defRPr sz="6236"/>
            </a:lvl8pPr>
            <a:lvl9pPr marL="11404763" indent="0">
              <a:buNone/>
              <a:defRPr sz="623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44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7751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1138480"/>
            <a:ext cx="6528093" cy="181216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1138480"/>
            <a:ext cx="19205838" cy="181216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5993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1138485"/>
            <a:ext cx="26112371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5692400"/>
            <a:ext cx="26112371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19819457"/>
            <a:ext cx="1021788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2835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851191" rtl="0" eaLnBrk="1" latinLnBrk="0" hangingPunct="1">
        <a:lnSpc>
          <a:spcPct val="90000"/>
        </a:lnSpc>
        <a:spcBef>
          <a:spcPct val="0"/>
        </a:spcBef>
        <a:buNone/>
        <a:defRPr sz="13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2798" indent="-712798" algn="l" defTabSz="2851191" rtl="0" eaLnBrk="1" latinLnBrk="0" hangingPunct="1">
        <a:lnSpc>
          <a:spcPct val="90000"/>
        </a:lnSpc>
        <a:spcBef>
          <a:spcPts val="3118"/>
        </a:spcBef>
        <a:buFont typeface="Arial" panose="020B0604020202020204" pitchFamily="34" charset="0"/>
        <a:buChar char="•"/>
        <a:defRPr sz="8731" kern="1200">
          <a:solidFill>
            <a:schemeClr val="tx1"/>
          </a:solidFill>
          <a:latin typeface="+mn-lt"/>
          <a:ea typeface="+mn-ea"/>
          <a:cs typeface="+mn-cs"/>
        </a:defRPr>
      </a:lvl1pPr>
      <a:lvl2pPr marL="2138393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7483" kern="1200">
          <a:solidFill>
            <a:schemeClr val="tx1"/>
          </a:solidFill>
          <a:latin typeface="+mn-lt"/>
          <a:ea typeface="+mn-ea"/>
          <a:cs typeface="+mn-cs"/>
        </a:defRPr>
      </a:lvl2pPr>
      <a:lvl3pPr marL="3563988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3pPr>
      <a:lvl4pPr marL="498958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6415179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84077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926637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10691965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211756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1pPr>
      <a:lvl2pPr marL="1425595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2pPr>
      <a:lvl3pPr marL="285119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3pPr>
      <a:lvl4pPr marL="4276786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570238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12797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8553572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997916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1404763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microsoft.com/office/2007/relationships/hdphoto" Target="../media/hdphoto2.wdp"/><Relationship Id="rId1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6" Type="http://schemas.microsoft.com/office/2007/relationships/hdphoto" Target="../media/hdphoto4.wdp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0.png"/><Relationship Id="rId10" Type="http://schemas.openxmlformats.org/officeDocument/2006/relationships/image" Target="../media/image7.png"/><Relationship Id="rId4" Type="http://schemas.openxmlformats.org/officeDocument/2006/relationships/image" Target="../media/image2.jpg"/><Relationship Id="rId9" Type="http://schemas.openxmlformats.org/officeDocument/2006/relationships/image" Target="../media/image6.png"/><Relationship Id="rId14" Type="http://schemas.microsoft.com/office/2007/relationships/hdphoto" Target="../media/hdphoto3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4C78C-4BCC-EDA1-0E96-FCCB9A2DEE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5988" y="646774"/>
            <a:ext cx="25733931" cy="1841783"/>
          </a:xfrm>
        </p:spPr>
        <p:txBody>
          <a:bodyPr>
            <a:normAutofit/>
          </a:bodyPr>
          <a:lstStyle/>
          <a:p>
            <a:pPr algn="l"/>
            <a:r>
              <a:rPr lang="en-GB" sz="105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Construction Site Safety - </a:t>
            </a:r>
            <a:r>
              <a:rPr lang="en-GB" sz="10500" dirty="0" err="1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SiteSafeAI</a:t>
            </a:r>
            <a:endParaRPr lang="en-GB" sz="105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2317-6F80-389D-C2DC-3698CE2602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5988" y="5091543"/>
            <a:ext cx="8892000" cy="9198888"/>
          </a:xfrm>
        </p:spPr>
        <p:txBody>
          <a:bodyPr>
            <a:normAutofit/>
          </a:bodyPr>
          <a:lstStyle/>
          <a:p>
            <a:r>
              <a:rPr lang="en-GB" sz="4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AI-Powered Helmet and High Visibility Jacket Detection on Construction Sites Through Live Video Monitoring</a:t>
            </a:r>
          </a:p>
          <a:p>
            <a:endParaRPr lang="en-GB" sz="4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endParaRPr lang="en-GB" sz="4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endParaRPr lang="en-GB" sz="4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endParaRPr lang="en-GB" sz="4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endParaRPr lang="en-GB" sz="4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pPr algn="l"/>
            <a:r>
              <a:rPr lang="en-GB" sz="4800" dirty="0">
                <a:solidFill>
                  <a:srgbClr val="FF0000"/>
                </a:solidFill>
                <a:latin typeface="Bell MT" panose="02020503060305020303" pitchFamily="18" charset="0"/>
              </a:rPr>
              <a:t>Can You See Anything Missing?</a:t>
            </a:r>
          </a:p>
          <a:p>
            <a:pPr algn="l"/>
            <a:endParaRPr lang="en-GB" sz="4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8454257-1E35-98B2-0754-0A4E90A3F831}"/>
              </a:ext>
            </a:extLst>
          </p:cNvPr>
          <p:cNvSpPr txBox="1">
            <a:spLocks/>
          </p:cNvSpPr>
          <p:nvPr/>
        </p:nvSpPr>
        <p:spPr>
          <a:xfrm>
            <a:off x="915988" y="2363787"/>
            <a:ext cx="25733931" cy="18417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2851191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8709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GB" sz="6300" dirty="0">
                <a:solidFill>
                  <a:schemeClr val="accent1">
                    <a:lumMod val="75000"/>
                  </a:schemeClr>
                </a:solidFill>
                <a:latin typeface="Bell MT" panose="02020503060305020303" pitchFamily="18" charset="0"/>
              </a:rPr>
              <a:t>South East Technological University Carlow</a:t>
            </a:r>
          </a:p>
          <a:p>
            <a:pPr algn="l"/>
            <a:r>
              <a:rPr lang="en-GB" sz="6300" dirty="0">
                <a:solidFill>
                  <a:schemeClr val="accent1">
                    <a:lumMod val="75000"/>
                  </a:schemeClr>
                </a:solidFill>
                <a:latin typeface="Bell MT" panose="02020503060305020303" pitchFamily="18" charset="0"/>
              </a:rPr>
              <a:t>Email: C00276177@SETU.ie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D13F03-852B-989A-B091-29AD46E22E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1949838" y="694751"/>
            <a:ext cx="7409387" cy="415726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0EF3F5F8-E124-CBAA-EC16-BB1AAFD66481}"/>
              </a:ext>
            </a:extLst>
          </p:cNvPr>
          <p:cNvSpPr txBox="1">
            <a:spLocks/>
          </p:cNvSpPr>
          <p:nvPr/>
        </p:nvSpPr>
        <p:spPr>
          <a:xfrm>
            <a:off x="10655888" y="5091541"/>
            <a:ext cx="8892000" cy="78516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Technologies Used</a:t>
            </a:r>
          </a:p>
          <a:p>
            <a:pPr algn="l"/>
            <a:r>
              <a:rPr lang="en-GB" sz="32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Python - Main Programming Language</a:t>
            </a:r>
          </a:p>
          <a:p>
            <a:pPr algn="l"/>
            <a:r>
              <a:rPr lang="en-GB" sz="32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YOLO - Object Detection</a:t>
            </a:r>
          </a:p>
          <a:p>
            <a:pPr algn="l"/>
            <a:r>
              <a:rPr lang="en-GB" sz="3200" b="1" dirty="0" err="1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Ultralytics</a:t>
            </a:r>
            <a:r>
              <a:rPr lang="en-GB" sz="32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 - Framework</a:t>
            </a:r>
          </a:p>
          <a:p>
            <a:pPr algn="l"/>
            <a:r>
              <a:rPr lang="en-GB" sz="32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OpenCV – Computer Vision Library</a:t>
            </a:r>
          </a:p>
          <a:p>
            <a:pPr algn="l"/>
            <a:r>
              <a:rPr lang="en-GB" sz="32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Flask – Web Framework</a:t>
            </a:r>
          </a:p>
          <a:p>
            <a:pPr algn="l"/>
            <a:r>
              <a:rPr lang="en-GB" sz="32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React – Front End</a:t>
            </a:r>
          </a:p>
          <a:p>
            <a:pPr algn="l"/>
            <a:r>
              <a:rPr lang="en-GB" sz="32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SMTP – Email Service</a:t>
            </a:r>
          </a:p>
          <a:p>
            <a:pPr algn="l"/>
            <a:r>
              <a:rPr lang="en-GB" sz="32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MySQL - Database</a:t>
            </a:r>
          </a:p>
          <a:p>
            <a:pPr algn="l"/>
            <a:endParaRPr lang="en-GB" sz="3600" b="1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25BF8F3-4A2C-9D46-B946-01BF5E438D69}"/>
              </a:ext>
            </a:extLst>
          </p:cNvPr>
          <p:cNvSpPr txBox="1">
            <a:spLocks/>
          </p:cNvSpPr>
          <p:nvPr/>
        </p:nvSpPr>
        <p:spPr>
          <a:xfrm>
            <a:off x="20467225" y="5099956"/>
            <a:ext cx="8892000" cy="55894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Is There Anything Similar?</a:t>
            </a:r>
          </a:p>
          <a:p>
            <a:pPr algn="l"/>
            <a:r>
              <a:rPr lang="en-GB" sz="3500" dirty="0">
                <a:latin typeface="Bell MT" panose="02020503060305020303" pitchFamily="18" charset="0"/>
              </a:rPr>
              <a:t>Currently, there is no solution like this in Ireland. However, globally, a company called </a:t>
            </a:r>
            <a:r>
              <a:rPr lang="en-GB" sz="3500" dirty="0" err="1">
                <a:latin typeface="Bell MT" panose="02020503060305020303" pitchFamily="18" charset="0"/>
              </a:rPr>
              <a:t>Synaedge</a:t>
            </a:r>
            <a:r>
              <a:rPr lang="en-GB" sz="3500" dirty="0">
                <a:latin typeface="Bell MT" panose="02020503060305020303" pitchFamily="18" charset="0"/>
              </a:rPr>
              <a:t>, based in Switzerland, offers AI-based video surveillance that includes PPE detection. While they provide this service through their AI-powered analytics, the exact workings of their PPE detection system remain unclear.</a:t>
            </a:r>
          </a:p>
          <a:p>
            <a:pPr algn="l"/>
            <a:r>
              <a:rPr lang="en-GB" sz="3500" dirty="0">
                <a:latin typeface="Bell MT" panose="02020503060305020303" pitchFamily="18" charset="0"/>
              </a:rPr>
              <a:t>My system uses live video processing and can trigger immediate alerts when a safety violation occurs, providing more actionable insights.</a:t>
            </a:r>
            <a:endParaRPr lang="en-GB" sz="35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B79A0D01-F86A-5BF7-833E-58F240F9C363}"/>
              </a:ext>
            </a:extLst>
          </p:cNvPr>
          <p:cNvSpPr txBox="1">
            <a:spLocks/>
          </p:cNvSpPr>
          <p:nvPr/>
        </p:nvSpPr>
        <p:spPr>
          <a:xfrm>
            <a:off x="915988" y="14935200"/>
            <a:ext cx="8892000" cy="55133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Why?</a:t>
            </a:r>
          </a:p>
          <a:p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Protect the construction staff</a:t>
            </a:r>
          </a:p>
          <a:p>
            <a:pPr algn="l"/>
            <a:r>
              <a:rPr lang="en-GB" sz="3200" dirty="0">
                <a:latin typeface="Bell MT" panose="02020503060305020303" pitchFamily="18" charset="0"/>
              </a:rPr>
              <a:t>Ensuring safety compliance on construction sites is critical to preventing accidents and injuries. Manual monitoring can be inconsistent and inefficient. This AI-powered solution automates the detection of helmets and high-visibility jackets, helping to ensure that all workers adhere to safety regulations in real time, improving safety and reducing risks.</a:t>
            </a:r>
          </a:p>
        </p:txBody>
      </p:sp>
      <p:sp>
        <p:nvSpPr>
          <p:cNvPr id="29" name="Subtitle 2">
            <a:extLst>
              <a:ext uri="{FF2B5EF4-FFF2-40B4-BE49-F238E27FC236}">
                <a16:creationId xmlns:a16="http://schemas.microsoft.com/office/drawing/2014/main" id="{9DFDDE83-5BE8-AA9D-3CE0-6FA56A8966F1}"/>
              </a:ext>
            </a:extLst>
          </p:cNvPr>
          <p:cNvSpPr txBox="1">
            <a:spLocks/>
          </p:cNvSpPr>
          <p:nvPr/>
        </p:nvSpPr>
        <p:spPr>
          <a:xfrm>
            <a:off x="20467225" y="17200184"/>
            <a:ext cx="8892000" cy="32484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Acknowledgements</a:t>
            </a:r>
          </a:p>
          <a:p>
            <a:pPr algn="l"/>
            <a:endParaRPr lang="en-GB" sz="3200" dirty="0">
              <a:latin typeface="Bell MT" panose="02020503060305020303" pitchFamily="18" charset="0"/>
            </a:endParaRPr>
          </a:p>
        </p:txBody>
      </p:sp>
      <p:sp>
        <p:nvSpPr>
          <p:cNvPr id="31" name="Subtitle 2">
            <a:extLst>
              <a:ext uri="{FF2B5EF4-FFF2-40B4-BE49-F238E27FC236}">
                <a16:creationId xmlns:a16="http://schemas.microsoft.com/office/drawing/2014/main" id="{7CC5B6F4-92F6-F2A3-74EA-9BD852C82994}"/>
              </a:ext>
            </a:extLst>
          </p:cNvPr>
          <p:cNvSpPr txBox="1">
            <a:spLocks/>
          </p:cNvSpPr>
          <p:nvPr/>
        </p:nvSpPr>
        <p:spPr>
          <a:xfrm>
            <a:off x="10746715" y="13735775"/>
            <a:ext cx="8892000" cy="7001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How It Works</a:t>
            </a:r>
          </a:p>
          <a:p>
            <a:pPr algn="l"/>
            <a:endParaRPr lang="en-GB" sz="68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CA3600DE-4041-E829-861F-CB6692867C25}"/>
              </a:ext>
            </a:extLst>
          </p:cNvPr>
          <p:cNvSpPr txBox="1">
            <a:spLocks/>
          </p:cNvSpPr>
          <p:nvPr/>
        </p:nvSpPr>
        <p:spPr>
          <a:xfrm>
            <a:off x="20359470" y="11276986"/>
            <a:ext cx="8892000" cy="5335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Industry Perspective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Paul McGrath, Construction Site Manager</a:t>
            </a:r>
          </a:p>
          <a:p>
            <a:pPr algn="l"/>
            <a:r>
              <a:rPr lang="en-GB" sz="3200" b="0" i="0" dirty="0">
                <a:solidFill>
                  <a:srgbClr val="3F4043"/>
                </a:solidFill>
                <a:effectLst/>
                <a:latin typeface="Bell MT" panose="02020503060305020303" pitchFamily="18" charset="0"/>
              </a:rPr>
              <a:t>Quote from this individual on the idea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Eoin Malone, Live Monitoring Specialist</a:t>
            </a:r>
          </a:p>
          <a:p>
            <a:pPr algn="l"/>
            <a:r>
              <a:rPr lang="en-GB" sz="3200" b="0" i="0" dirty="0">
                <a:solidFill>
                  <a:srgbClr val="3F4043"/>
                </a:solidFill>
                <a:effectLst/>
                <a:latin typeface="Bell MT" panose="02020503060305020303" pitchFamily="18" charset="0"/>
              </a:rPr>
              <a:t>“Excellent idea. </a:t>
            </a:r>
            <a:r>
              <a:rPr lang="en-GB" sz="3200" dirty="0">
                <a:solidFill>
                  <a:srgbClr val="3F4043"/>
                </a:solidFill>
                <a:latin typeface="Bell MT" panose="02020503060305020303" pitchFamily="18" charset="0"/>
              </a:rPr>
              <a:t>It would be helpful in identifying helmets and high visibility jackets on construction sites.”</a:t>
            </a:r>
            <a:endParaRPr lang="en-GB" sz="32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pPr algn="l"/>
            <a:endParaRPr lang="en-GB" sz="32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endParaRPr lang="en-GB" sz="60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pic>
        <p:nvPicPr>
          <p:cNvPr id="7" name="Picture 6" descr="A group of men working on a construction site&#10;&#10;Description automatically generated">
            <a:extLst>
              <a:ext uri="{FF2B5EF4-FFF2-40B4-BE49-F238E27FC236}">
                <a16:creationId xmlns:a16="http://schemas.microsoft.com/office/drawing/2014/main" id="{983B8752-9DF6-A49F-9C6F-2506284718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743" y="8215037"/>
            <a:ext cx="8676491" cy="4880526"/>
          </a:xfrm>
          <a:prstGeom prst="rect">
            <a:avLst/>
          </a:prstGeom>
        </p:spPr>
      </p:pic>
      <p:pic>
        <p:nvPicPr>
          <p:cNvPr id="11" name="Picture 10" descr="A black text and a black object&#10;&#10;Description automatically generated with medium confidence">
            <a:extLst>
              <a:ext uri="{FF2B5EF4-FFF2-40B4-BE49-F238E27FC236}">
                <a16:creationId xmlns:a16="http://schemas.microsoft.com/office/drawing/2014/main" id="{932F7D4F-0BDA-7CF6-2F5A-FAECD2F38B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5000" b="97143" l="3900" r="43733">
                        <a14:foregroundMark x1="23677" y1="91429" x2="23677" y2="91429"/>
                        <a14:foregroundMark x1="32312" y1="93571" x2="32312" y2="93571"/>
                        <a14:foregroundMark x1="29248" y1="97143" x2="29248" y2="97143"/>
                        <a14:foregroundMark x1="4178" y1="29286" x2="4178" y2="29286"/>
                        <a14:foregroundMark x1="7799" y1="5000" x2="7799" y2="5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93" r="51123"/>
          <a:stretch/>
        </p:blipFill>
        <p:spPr>
          <a:xfrm>
            <a:off x="15357232" y="9508670"/>
            <a:ext cx="1151263" cy="915852"/>
          </a:xfrm>
          <a:prstGeom prst="rect">
            <a:avLst/>
          </a:prstGeom>
        </p:spPr>
      </p:pic>
      <p:pic>
        <p:nvPicPr>
          <p:cNvPr id="13" name="Picture 12" descr="A logo with a red blue and green circle&#10;&#10;Description automatically generated">
            <a:extLst>
              <a:ext uri="{FF2B5EF4-FFF2-40B4-BE49-F238E27FC236}">
                <a16:creationId xmlns:a16="http://schemas.microsoft.com/office/drawing/2014/main" id="{24551B99-F281-6353-912D-A79EB4842D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14527" y="8442849"/>
            <a:ext cx="1085350" cy="1337881"/>
          </a:xfrm>
          <a:prstGeom prst="rect">
            <a:avLst/>
          </a:prstGeom>
        </p:spPr>
      </p:pic>
      <p:pic>
        <p:nvPicPr>
          <p:cNvPr id="15" name="Picture 14" descr="A blue and yellow snake logo&#10;&#10;Description automatically generated">
            <a:extLst>
              <a:ext uri="{FF2B5EF4-FFF2-40B4-BE49-F238E27FC236}">
                <a16:creationId xmlns:a16="http://schemas.microsoft.com/office/drawing/2014/main" id="{80DC7F47-8197-6A45-0D25-8659C4EEB67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96038" y="6123809"/>
            <a:ext cx="1407679" cy="1546810"/>
          </a:xfrm>
          <a:prstGeom prst="rect">
            <a:avLst/>
          </a:prstGeom>
        </p:spPr>
      </p:pic>
      <p:pic>
        <p:nvPicPr>
          <p:cNvPr id="17" name="Picture 16" descr="A blue symbol with a circle in center&#10;&#10;Description automatically generated">
            <a:extLst>
              <a:ext uri="{FF2B5EF4-FFF2-40B4-BE49-F238E27FC236}">
                <a16:creationId xmlns:a16="http://schemas.microsoft.com/office/drawing/2014/main" id="{54845694-A1DE-63BF-6B00-5E1518E6696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564" y="10337434"/>
            <a:ext cx="1152668" cy="1049663"/>
          </a:xfrm>
          <a:prstGeom prst="rect">
            <a:avLst/>
          </a:prstGeom>
        </p:spPr>
      </p:pic>
      <p:pic>
        <p:nvPicPr>
          <p:cNvPr id="19" name="Picture 18" descr="A blue and black envelope with a black paper&#10;&#10;Description automatically generated">
            <a:extLst>
              <a:ext uri="{FF2B5EF4-FFF2-40B4-BE49-F238E27FC236}">
                <a16:creationId xmlns:a16="http://schemas.microsoft.com/office/drawing/2014/main" id="{6059321E-58A8-F802-6155-D00D9246961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0904" y="11124586"/>
            <a:ext cx="946151" cy="946151"/>
          </a:xfrm>
          <a:prstGeom prst="rect">
            <a:avLst/>
          </a:prstGeom>
        </p:spPr>
      </p:pic>
      <p:pic>
        <p:nvPicPr>
          <p:cNvPr id="21" name="Picture 20" descr="A logo with a dolphin&#10;&#10;Description automatically generated">
            <a:extLst>
              <a:ext uri="{FF2B5EF4-FFF2-40B4-BE49-F238E27FC236}">
                <a16:creationId xmlns:a16="http://schemas.microsoft.com/office/drawing/2014/main" id="{5D844EF0-3B25-5699-BA0E-027EDDDDD3C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778" b="89778" l="1778" r="96444">
                        <a14:foregroundMark x1="17778" y1="60000" x2="17778" y2="60000"/>
                        <a14:foregroundMark x1="5333" y1="59556" x2="5333" y2="59556"/>
                        <a14:foregroundMark x1="1778" y1="60000" x2="1778" y2="60000"/>
                        <a14:foregroundMark x1="28000" y1="66667" x2="28000" y2="66667"/>
                        <a14:foregroundMark x1="45333" y1="61778" x2="45333" y2="61778"/>
                        <a14:foregroundMark x1="80444" y1="60444" x2="80444" y2="60444"/>
                        <a14:foregroundMark x1="71556" y1="47111" x2="71556" y2="47111"/>
                        <a14:foregroundMark x1="92444" y1="53778" x2="92444" y2="53778"/>
                        <a14:foregroundMark x1="96444" y1="52889" x2="96444" y2="52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124" b="18194"/>
          <a:stretch/>
        </p:blipFill>
        <p:spPr>
          <a:xfrm>
            <a:off x="14348719" y="12027310"/>
            <a:ext cx="1151262" cy="721627"/>
          </a:xfrm>
          <a:prstGeom prst="rect">
            <a:avLst/>
          </a:prstGeom>
        </p:spPr>
      </p:pic>
      <p:pic>
        <p:nvPicPr>
          <p:cNvPr id="23" name="Picture 22" descr="A blue and black logo&#10;&#10;Description automatically generated">
            <a:extLst>
              <a:ext uri="{FF2B5EF4-FFF2-40B4-BE49-F238E27FC236}">
                <a16:creationId xmlns:a16="http://schemas.microsoft.com/office/drawing/2014/main" id="{E51D64B9-765C-A709-9033-0E694BD5BB4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471" l="5059" r="96824">
                        <a14:foregroundMark x1="49647" y1="90588" x2="49647" y2="90588"/>
                        <a14:foregroundMark x1="10000" y1="68353" x2="10000" y2="68353"/>
                        <a14:foregroundMark x1="21294" y1="47882" x2="21294" y2="47882"/>
                        <a14:foregroundMark x1="27176" y1="39647" x2="27176" y2="39647"/>
                        <a14:foregroundMark x1="30706" y1="50941" x2="30706" y2="50941"/>
                        <a14:foregroundMark x1="19765" y1="32706" x2="23059" y2="38353"/>
                        <a14:foregroundMark x1="29765" y1="33176" x2="9412" y2="43529"/>
                        <a14:foregroundMark x1="77882" y1="24235" x2="77882" y2="24235"/>
                        <a14:foregroundMark x1="73059" y1="19059" x2="88235" y2="41059"/>
                        <a14:foregroundMark x1="82000" y1="20353" x2="90706" y2="30235"/>
                        <a14:foregroundMark x1="71529" y1="16353" x2="83529" y2="15765"/>
                        <a14:foregroundMark x1="88000" y1="18941" x2="92941" y2="25529"/>
                        <a14:foregroundMark x1="93647" y1="31882" x2="94000" y2="41059"/>
                        <a14:foregroundMark x1="96235" y1="33882" x2="96824" y2="40000"/>
                        <a14:foregroundMark x1="26824" y1="29529" x2="20235" y2="50824"/>
                        <a14:foregroundMark x1="20235" y1="50824" x2="42353" y2="50000"/>
                        <a14:foregroundMark x1="42353" y1="50000" x2="35176" y2="33647"/>
                        <a14:foregroundMark x1="35176" y1="33647" x2="27765" y2="30471"/>
                        <a14:foregroundMark x1="26235" y1="28000" x2="8824" y2="41529"/>
                        <a14:foregroundMark x1="8824" y1="41529" x2="10118" y2="44588"/>
                        <a14:foregroundMark x1="7765" y1="46353" x2="25412" y2="59176"/>
                        <a14:foregroundMark x1="25412" y1="59176" x2="30824" y2="58706"/>
                        <a14:foregroundMark x1="5059" y1="39765" x2="5412" y2="4882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9574" y="7835241"/>
            <a:ext cx="927524" cy="927524"/>
          </a:xfrm>
          <a:prstGeom prst="rect">
            <a:avLst/>
          </a:prstGeom>
        </p:spPr>
      </p:pic>
      <p:pic>
        <p:nvPicPr>
          <p:cNvPr id="25" name="Picture 24" descr="A black and blue logo&#10;&#10;Description automatically generated">
            <a:extLst>
              <a:ext uri="{FF2B5EF4-FFF2-40B4-BE49-F238E27FC236}">
                <a16:creationId xmlns:a16="http://schemas.microsoft.com/office/drawing/2014/main" id="{BBEA98DD-DC1C-132F-F734-F1F965A74AB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2929" b="95188" l="2000" r="96000">
                        <a14:foregroundMark x1="22444" y1="51255" x2="22444" y2="51255"/>
                        <a14:foregroundMark x1="27444" y1="57741" x2="27444" y2="57741"/>
                        <a14:foregroundMark x1="28667" y1="55230" x2="28667" y2="55230"/>
                        <a14:foregroundMark x1="31222" y1="56276" x2="31222" y2="56276"/>
                        <a14:foregroundMark x1="45333" y1="77615" x2="45333" y2="77615"/>
                        <a14:foregroundMark x1="55778" y1="66946" x2="55778" y2="66946"/>
                        <a14:foregroundMark x1="57889" y1="75105" x2="57889" y2="75105"/>
                        <a14:foregroundMark x1="55667" y1="85565" x2="55667" y2="85565"/>
                        <a14:foregroundMark x1="65889" y1="83264" x2="65889" y2="83264"/>
                        <a14:foregroundMark x1="84556" y1="47490" x2="84556" y2="47490"/>
                        <a14:foregroundMark x1="70111" y1="42050" x2="70111" y2="42050"/>
                        <a14:foregroundMark x1="52111" y1="9414" x2="52111" y2="9414"/>
                        <a14:foregroundMark x1="32667" y1="3138" x2="32667" y2="3138"/>
                        <a14:foregroundMark x1="6444" y1="17992" x2="6444" y2="17992"/>
                        <a14:foregroundMark x1="2111" y1="17573" x2="2111" y2="17573"/>
                        <a14:foregroundMark x1="96111" y1="42469" x2="96111" y2="42469"/>
                        <a14:foregroundMark x1="63556" y1="94351" x2="63556" y2="94351"/>
                        <a14:foregroundMark x1="16111" y1="95188" x2="16111" y2="951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0904" y="6936348"/>
            <a:ext cx="1547875" cy="822094"/>
          </a:xfrm>
          <a:prstGeom prst="rect">
            <a:avLst/>
          </a:prstGeom>
        </p:spPr>
      </p:pic>
      <p:pic>
        <p:nvPicPr>
          <p:cNvPr id="28" name="Picture 27" descr="A diagram of a system&#10;&#10;Description automatically generated">
            <a:extLst>
              <a:ext uri="{FF2B5EF4-FFF2-40B4-BE49-F238E27FC236}">
                <a16:creationId xmlns:a16="http://schemas.microsoft.com/office/drawing/2014/main" id="{569CE7BF-FA42-258D-268E-6CF0C0DB45E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5888" y="14845790"/>
            <a:ext cx="8982828" cy="5396483"/>
          </a:xfrm>
          <a:prstGeom prst="rect">
            <a:avLst/>
          </a:prstGeom>
        </p:spPr>
      </p:pic>
      <p:sp>
        <p:nvSpPr>
          <p:cNvPr id="30" name="Subtitle 2">
            <a:extLst>
              <a:ext uri="{FF2B5EF4-FFF2-40B4-BE49-F238E27FC236}">
                <a16:creationId xmlns:a16="http://schemas.microsoft.com/office/drawing/2014/main" id="{2DAC9F0B-DE1B-2548-50DB-F5D3A4AFA43F}"/>
              </a:ext>
            </a:extLst>
          </p:cNvPr>
          <p:cNvSpPr txBox="1">
            <a:spLocks/>
          </p:cNvSpPr>
          <p:nvPr/>
        </p:nvSpPr>
        <p:spPr>
          <a:xfrm>
            <a:off x="20359470" y="18264851"/>
            <a:ext cx="4549249" cy="218373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Poster Design NYU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Poster Design </a:t>
            </a:r>
            <a:r>
              <a:rPr lang="en-GB" sz="2800" dirty="0" err="1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DesignLabs</a:t>
            </a:r>
            <a:r>
              <a:rPr lang="en-GB" sz="2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 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Construction Image www.opticvyu.com</a:t>
            </a:r>
          </a:p>
          <a:p>
            <a:pPr algn="l"/>
            <a:endParaRPr lang="en-GB" sz="3200" dirty="0">
              <a:latin typeface="Bell MT" panose="02020503060305020303" pitchFamily="18" charset="0"/>
            </a:endParaRP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0DE5A619-70E2-186E-E08F-A7A31A4FD5E0}"/>
              </a:ext>
            </a:extLst>
          </p:cNvPr>
          <p:cNvSpPr txBox="1">
            <a:spLocks/>
          </p:cNvSpPr>
          <p:nvPr/>
        </p:nvSpPr>
        <p:spPr>
          <a:xfrm>
            <a:off x="24809976" y="18264851"/>
            <a:ext cx="4549249" cy="218373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lnSpc>
                <a:spcPct val="70000"/>
              </a:lnSpc>
              <a:buFont typeface="Arial" panose="020B0604020202020204" pitchFamily="34" charset="0"/>
              <a:buChar char="•"/>
            </a:pPr>
            <a:r>
              <a:rPr lang="en-GB" sz="3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Technology Icons www.iconscout.com</a:t>
            </a:r>
          </a:p>
          <a:p>
            <a:pPr marL="457200" indent="-457200" algn="l">
              <a:lnSpc>
                <a:spcPct val="70000"/>
              </a:lnSpc>
              <a:buFont typeface="Arial" panose="020B0604020202020204" pitchFamily="34" charset="0"/>
              <a:buChar char="•"/>
            </a:pPr>
            <a:r>
              <a:rPr lang="en-GB" sz="3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Context Diagram www.creately.com</a:t>
            </a:r>
          </a:p>
          <a:p>
            <a:pPr marL="457200" indent="-457200" algn="l">
              <a:lnSpc>
                <a:spcPct val="70000"/>
              </a:lnSpc>
              <a:buFont typeface="Arial" panose="020B0604020202020204" pitchFamily="34" charset="0"/>
              <a:buChar char="•"/>
            </a:pPr>
            <a:r>
              <a:rPr lang="en-GB" sz="3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www.synaedge.com</a:t>
            </a:r>
          </a:p>
          <a:p>
            <a:pPr algn="l"/>
            <a:endParaRPr lang="en-GB" sz="3200" dirty="0">
              <a:latin typeface="Bell MT" panose="020205030603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9122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9956"/>
    </mc:Choice>
    <mc:Fallback xmlns="">
      <p:transition spd="slow" advTm="339956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9484</TotalTime>
  <Words>289</Words>
  <Application>Microsoft Office PowerPoint</Application>
  <PresentationFormat>Custom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Bell MT</vt:lpstr>
      <vt:lpstr>Office Theme</vt:lpstr>
      <vt:lpstr>Construction Site Safety - SiteSafeAI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(Student  C00276177) Tomas Smitas</dc:creator>
  <cp:lastModifiedBy>(Student  C00276177) Tomas Smitas</cp:lastModifiedBy>
  <cp:revision>5</cp:revision>
  <dcterms:created xsi:type="dcterms:W3CDTF">2024-09-24T10:23:54Z</dcterms:created>
  <dcterms:modified xsi:type="dcterms:W3CDTF">2024-10-19T18:11:58Z</dcterms:modified>
</cp:coreProperties>
</file>
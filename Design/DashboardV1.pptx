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52B9-ECB9-05EF-48FA-96ABA8C09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8F252-853B-AD89-5AFC-895C0D259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07830-B460-11F8-DA68-8157EC849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54ADB-9EF9-EF5F-DE9B-8CEAABC24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2652F-2D31-5A6C-E1E6-930B0D37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97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7885-4F69-13E6-2A8F-4B2F12F4E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CE1D1-FDBA-F80E-D66E-BD17A6767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E1AE7-BFB4-6CEC-7BAC-3595A4C5F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9DAEA-F587-801E-100E-A9920836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4606E-554A-72D1-D639-B35C4D07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03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182F-454C-5948-1D78-75082AD0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05FDE-007C-FB54-03F9-E55076298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03CA-3F0D-689A-277D-9C1C4AF3A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0CBE4-50A4-8B41-4601-745DC916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7089B-FDD0-50C3-5920-FFBC6E7D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32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3D44-87CF-DB21-2BE3-0BBDBCCBE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64589-FC42-3E8F-7B0F-53A9B0A6D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432A-F4DA-D4D5-458F-6C379988B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14C93-C3AD-BB15-E0B5-1DC729B6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BD19F-92B1-8649-4EDF-075EB722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E8757-5745-C4AE-5473-EB34A9C0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18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EDF6-B5C2-272A-6954-A1B2F1A49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F5C62-4D6A-7AF9-F219-5BB34B5B1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90147-1707-64AD-4A6F-87F45E7BB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677EF-5404-5AAE-66C4-8177AA10E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663B8-1AFF-E86C-93FF-2E46AEBA1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B97785-868C-E93B-47BD-D4D93A00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E8E4D-91AD-1372-8CE7-E4192ABB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62C28-F92F-E6C9-0107-C2D529F7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8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AD0D7-973D-FD0F-5BCD-EF6FBD49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771D3-16F0-73C4-BCBF-26F5C573D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EAA1C-2A83-058A-1516-58DC74DC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133A5-103E-0C02-5480-BCF6CA01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54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B324E-B249-5DDD-B9C8-B7F480D1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68950-D071-ECEA-E786-55B9DADD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A683D-2D69-2003-779E-ADBF76D4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94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8C74-7BB9-65BE-5712-BE96D1DE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120E-F683-26BA-760A-F7D773CED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9AE43-0487-8555-040E-DC0D9C056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8668C-50FD-EA94-32BB-36E5C76D1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A6457-E9DE-B95A-8E0C-4F10A1C3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D2C51-48FF-B2BF-6905-E892CEBE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4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92D6-F5F3-E1D3-32F8-BA5E94157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F6E1-85F4-D1EA-33F0-DED370F4E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FCB33-67DF-0892-428B-591E615B0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1167A-A7BA-7537-EFD7-85EC399F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D1E02-4604-AEBE-9DF7-517869FD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4D7DA-B26F-72B5-8D48-054B5FB0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39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2878-E12D-E8B7-C5E5-FCBA6E0A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44645-E480-42B8-92CF-87551750D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E9D98-74AB-4784-E69A-6CA08061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D830-2E42-F799-8AB4-6D053B92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B568E-6267-C85F-A879-6979C98F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88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03066-163C-4D0F-EF72-6876775F9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E9F21-CA04-A1CE-7AA3-DB93B106C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83CB2-9FAD-F97A-FFF1-6AA4E95D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D8AEC-2763-8005-C3E3-5A414689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10B92-4E88-E119-86E1-7E54A937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84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854B8-80E1-054D-4010-1BF5EFA3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22BBC-C416-2845-9C93-5495A01C2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AA0FA-ECA7-33ED-C748-F2BE7B021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5DFD61-9BBF-400C-84C5-DD64BCC1E856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2E299-EEE1-1845-6245-B1D76BA9E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C8DF3-62DE-782E-0567-733DAD5A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00E41-3531-4946-B804-2CBD1F9FCB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7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A57B-879E-FCF4-5B51-06916E8160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0ABD0-10D3-A781-10A8-20C18FA31E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453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6724D-5D16-C36A-537C-B715FF1B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244" y="2478373"/>
            <a:ext cx="9963509" cy="1616529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Incident Dashboard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AE5820-63D6-5D3A-1897-0F10AE8C67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7559797"/>
              </p:ext>
            </p:extLst>
          </p:nvPr>
        </p:nvGraphicFramePr>
        <p:xfrm>
          <a:off x="904282" y="3672707"/>
          <a:ext cx="10383435" cy="272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623">
                  <a:extLst>
                    <a:ext uri="{9D8B030D-6E8A-4147-A177-3AD203B41FA5}">
                      <a16:colId xmlns:a16="http://schemas.microsoft.com/office/drawing/2014/main" val="3090012764"/>
                    </a:ext>
                  </a:extLst>
                </a:gridCol>
                <a:gridCol w="2055453">
                  <a:extLst>
                    <a:ext uri="{9D8B030D-6E8A-4147-A177-3AD203B41FA5}">
                      <a16:colId xmlns:a16="http://schemas.microsoft.com/office/drawing/2014/main" val="102262702"/>
                    </a:ext>
                  </a:extLst>
                </a:gridCol>
                <a:gridCol w="2055453">
                  <a:extLst>
                    <a:ext uri="{9D8B030D-6E8A-4147-A177-3AD203B41FA5}">
                      <a16:colId xmlns:a16="http://schemas.microsoft.com/office/drawing/2014/main" val="4094579646"/>
                    </a:ext>
                  </a:extLst>
                </a:gridCol>
                <a:gridCol w="2055453">
                  <a:extLst>
                    <a:ext uri="{9D8B030D-6E8A-4147-A177-3AD203B41FA5}">
                      <a16:colId xmlns:a16="http://schemas.microsoft.com/office/drawing/2014/main" val="8649837"/>
                    </a:ext>
                  </a:extLst>
                </a:gridCol>
                <a:gridCol w="2055453">
                  <a:extLst>
                    <a:ext uri="{9D8B030D-6E8A-4147-A177-3AD203B41FA5}">
                      <a16:colId xmlns:a16="http://schemas.microsoft.com/office/drawing/2014/main" val="510367603"/>
                    </a:ext>
                  </a:extLst>
                </a:gridCol>
              </a:tblGrid>
              <a:tr h="2048658"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Total Incidents </a:t>
                      </a:r>
                    </a:p>
                    <a:p>
                      <a:pPr algn="ctr"/>
                      <a:r>
                        <a:rPr lang="en-GB" sz="3000"/>
                        <a:t>(All Time)</a:t>
                      </a:r>
                    </a:p>
                  </a:txBody>
                  <a:tcPr marL="152885" marR="152885" marT="76442" marB="76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Total Incidents (This Year)</a:t>
                      </a:r>
                    </a:p>
                  </a:txBody>
                  <a:tcPr marL="152885" marR="152885" marT="76442" marB="76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Total Incidents (This Month)</a:t>
                      </a:r>
                    </a:p>
                  </a:txBody>
                  <a:tcPr marL="152885" marR="152885" marT="76442" marB="76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Total No Helmet Incidents</a:t>
                      </a:r>
                    </a:p>
                  </a:txBody>
                  <a:tcPr marL="152885" marR="152885" marT="76442" marB="76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Total No High-Vis Incidents</a:t>
                      </a:r>
                    </a:p>
                  </a:txBody>
                  <a:tcPr marL="152885" marR="152885" marT="76442" marB="76442"/>
                </a:tc>
                <a:extLst>
                  <a:ext uri="{0D108BD9-81ED-4DB2-BD59-A6C34878D82A}">
                    <a16:rowId xmlns:a16="http://schemas.microsoft.com/office/drawing/2014/main" val="1619236249"/>
                  </a:ext>
                </a:extLst>
              </a:tr>
              <a:tr h="672694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12</a:t>
                      </a:r>
                    </a:p>
                  </a:txBody>
                  <a:tcPr marL="152885" marR="152885" marT="76442" marB="76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3</a:t>
                      </a:r>
                    </a:p>
                  </a:txBody>
                  <a:tcPr marL="152885" marR="152885" marT="76442" marB="76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0</a:t>
                      </a:r>
                    </a:p>
                  </a:txBody>
                  <a:tcPr marL="152885" marR="152885" marT="76442" marB="76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3</a:t>
                      </a:r>
                    </a:p>
                  </a:txBody>
                  <a:tcPr marL="152885" marR="152885" marT="76442" marB="764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9</a:t>
                      </a:r>
                    </a:p>
                  </a:txBody>
                  <a:tcPr marL="152885" marR="152885" marT="76442" marB="76442"/>
                </a:tc>
                <a:extLst>
                  <a:ext uri="{0D108BD9-81ED-4DB2-BD59-A6C34878D82A}">
                    <a16:rowId xmlns:a16="http://schemas.microsoft.com/office/drawing/2014/main" val="211241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64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Incident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C00276177) Tomas Smitas</dc:creator>
  <cp:lastModifiedBy>(Student  C00276177) Tomas Smitas</cp:lastModifiedBy>
  <cp:revision>1</cp:revision>
  <dcterms:created xsi:type="dcterms:W3CDTF">2024-11-26T16:57:03Z</dcterms:created>
  <dcterms:modified xsi:type="dcterms:W3CDTF">2024-11-26T17:02:22Z</dcterms:modified>
</cp:coreProperties>
</file>
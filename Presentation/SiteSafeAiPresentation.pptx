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6" Type="http://schemas.openxmlformats.org/officeDocument/2006/relationships/image" Target="../media/image27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Relationship Id="rId1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6" Type="http://schemas.openxmlformats.org/officeDocument/2006/relationships/image" Target="../media/image27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Relationship Id="rId1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Python - Main Programming Language</a:t>
          </a:r>
          <a:endParaRPr lang="en-US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YOLO - Object Detection  </a:t>
          </a:r>
          <a:endParaRPr lang="en-US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Ultralytics - Framework</a:t>
          </a:r>
          <a:endParaRPr lang="en-US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OpenCV – Computer Vision Library</a:t>
          </a:r>
          <a:endParaRPr lang="en-US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Flask – Web Framework</a:t>
          </a:r>
          <a:endParaRPr lang="en-US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React – Front End</a:t>
          </a:r>
          <a:endParaRPr lang="en-US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SMTP – Email Service</a:t>
          </a:r>
          <a:endParaRPr lang="en-US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MySQL - Database</a:t>
          </a:r>
          <a:endParaRPr lang="en-US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921098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036323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1587365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Python - Main Programming Language</a:t>
          </a:r>
          <a:endParaRPr lang="en-US" sz="1100" kern="1200" dirty="0"/>
        </a:p>
      </dsp:txBody>
      <dsp:txXfrm>
        <a:off x="1587365" y="459"/>
        <a:ext cx="1293342" cy="548690"/>
      </dsp:txXfrm>
    </dsp:sp>
    <dsp:sp modelId="{6429BE27-F80E-40E8-AD6E-BCF5F22ACF2F}">
      <dsp:nvSpPr>
        <dsp:cNvPr id="0" name=""/>
        <dsp:cNvSpPr/>
      </dsp:nvSpPr>
      <dsp:spPr>
        <a:xfrm>
          <a:off x="3106062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3221287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772329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YOLO - Object Detection  </a:t>
          </a:r>
          <a:endParaRPr lang="en-US" sz="1100" kern="1200" dirty="0"/>
        </a:p>
      </dsp:txBody>
      <dsp:txXfrm>
        <a:off x="3772329" y="459"/>
        <a:ext cx="1293342" cy="548690"/>
      </dsp:txXfrm>
    </dsp:sp>
    <dsp:sp modelId="{93EFC311-3163-4675-AD5A-7C5466D8B716}">
      <dsp:nvSpPr>
        <dsp:cNvPr id="0" name=""/>
        <dsp:cNvSpPr/>
      </dsp:nvSpPr>
      <dsp:spPr>
        <a:xfrm>
          <a:off x="921098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036323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1587365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Ultralytics - Framework</a:t>
          </a:r>
          <a:endParaRPr lang="en-US" sz="1100" kern="1200"/>
        </a:p>
      </dsp:txBody>
      <dsp:txXfrm>
        <a:off x="1587365" y="1179390"/>
        <a:ext cx="1293342" cy="548690"/>
      </dsp:txXfrm>
    </dsp:sp>
    <dsp:sp modelId="{D086BA99-BDD5-4735-80BD-B0517490BB2B}">
      <dsp:nvSpPr>
        <dsp:cNvPr id="0" name=""/>
        <dsp:cNvSpPr/>
      </dsp:nvSpPr>
      <dsp:spPr>
        <a:xfrm>
          <a:off x="3106062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3221287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772329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OpenCV – Computer Vision Library</a:t>
          </a:r>
          <a:endParaRPr lang="en-US" sz="1100" kern="1200"/>
        </a:p>
      </dsp:txBody>
      <dsp:txXfrm>
        <a:off x="3772329" y="1179390"/>
        <a:ext cx="1293342" cy="548690"/>
      </dsp:txXfrm>
    </dsp:sp>
    <dsp:sp modelId="{230E90DD-B592-4283-A161-126B3624F6DA}">
      <dsp:nvSpPr>
        <dsp:cNvPr id="0" name=""/>
        <dsp:cNvSpPr/>
      </dsp:nvSpPr>
      <dsp:spPr>
        <a:xfrm>
          <a:off x="921098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036323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1587365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Flask – Web Framework</a:t>
          </a:r>
          <a:endParaRPr lang="en-US" sz="1100" kern="1200"/>
        </a:p>
      </dsp:txBody>
      <dsp:txXfrm>
        <a:off x="1587365" y="2358320"/>
        <a:ext cx="1293342" cy="548690"/>
      </dsp:txXfrm>
    </dsp:sp>
    <dsp:sp modelId="{5E08B028-D48B-43E3-8B29-4B2BAEB7BB71}">
      <dsp:nvSpPr>
        <dsp:cNvPr id="0" name=""/>
        <dsp:cNvSpPr/>
      </dsp:nvSpPr>
      <dsp:spPr>
        <a:xfrm>
          <a:off x="3106062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3221287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772329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React – Front End</a:t>
          </a:r>
          <a:endParaRPr lang="en-US" sz="1100" kern="1200"/>
        </a:p>
      </dsp:txBody>
      <dsp:txXfrm>
        <a:off x="3772329" y="2358320"/>
        <a:ext cx="1293342" cy="548690"/>
      </dsp:txXfrm>
    </dsp:sp>
    <dsp:sp modelId="{58B8AE8F-260D-42F7-BBE5-DD2F7E1CBF28}">
      <dsp:nvSpPr>
        <dsp:cNvPr id="0" name=""/>
        <dsp:cNvSpPr/>
      </dsp:nvSpPr>
      <dsp:spPr>
        <a:xfrm>
          <a:off x="921098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036323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1587365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SMTP – Email Service</a:t>
          </a:r>
          <a:endParaRPr lang="en-US" sz="1100" kern="1200"/>
        </a:p>
      </dsp:txBody>
      <dsp:txXfrm>
        <a:off x="1587365" y="3537250"/>
        <a:ext cx="1293342" cy="548690"/>
      </dsp:txXfrm>
    </dsp:sp>
    <dsp:sp modelId="{90BBE456-1271-41E3-A4A0-7981AB2AB571}">
      <dsp:nvSpPr>
        <dsp:cNvPr id="0" name=""/>
        <dsp:cNvSpPr/>
      </dsp:nvSpPr>
      <dsp:spPr>
        <a:xfrm>
          <a:off x="3106062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3221287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772329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MySQL - Database</a:t>
          </a:r>
          <a:endParaRPr lang="en-US" sz="1100" kern="1200"/>
        </a:p>
      </dsp:txBody>
      <dsp:txXfrm>
        <a:off x="3772329" y="3537250"/>
        <a:ext cx="1293342" cy="5486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44E6-9428-880A-140A-F79B0C7E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8819-857C-960F-2552-30CE8D93C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05D26-EE3A-3FB8-0741-9B941EC0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ED2D-309E-9BF6-9589-A249A70FE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7347-12AD-51A0-B72F-2E0CBA72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1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CE0-064C-C12F-4A7A-D6099E17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00EFB-BF4C-2CF4-3AA1-A9E1CA82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AEA3-B2FA-F165-073C-DEC97266D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13021-A65C-A0C9-D4AB-1A4979C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1CAD9-5277-73CF-3615-CDE4E3350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84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034-7CC5-B5F2-225D-83C76641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5BBCE-C2E7-8FAA-D4B2-62D1B7F94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87865-6630-BF13-45CD-885DDF19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AC52F-98E7-CF6E-6FDD-EEE2E3AD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7CC3-AD80-A3A2-3888-E08A18DC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4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B50C-BEAC-8EDD-8349-302FA7B7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BAD87-97EA-10A6-3651-6EACF4985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94807-7AE2-5421-036F-2E0D3FF1E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8943B-FBB4-3909-D74C-A135459FD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21D6A-2620-015C-A0F3-611C358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909B-7AF6-0E64-BB0E-6DC1E02E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619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E377-1B26-55C3-B392-8957FD2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67A15-0F85-3DAB-F29D-CCBDFDCCE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CCBC3-964F-F023-3311-B41A04A9E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16663-375B-D2C5-42FD-6B72446AD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90E2-9ECF-7E05-E0BD-B6FE43EEAF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7EE4AA-DC29-D064-1638-952F0DF3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896B3-2206-EA28-ABE8-E3727B9B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817466-261A-37F8-889C-10373141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9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5F6C-2D5B-4032-DB6D-BD2C0A4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6E6B2-5C4F-E545-98B1-D19844EB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97D5F3-E8FD-260E-0573-6FF7010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B1B0F-898A-6ADF-292A-025C28D0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08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0C79C7-3576-BB4B-CA79-A1022C3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C625A-4A58-6310-FF7B-5F63EA9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63A9-68FD-FE85-9A95-F1A5E025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03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D2D-73BD-ED9F-B0EC-AEE3788B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A300F-A688-D7B5-E42E-D4175B023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84A03-A7F7-DDDA-164E-033E1D339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AEB49-DE7D-9683-3448-E24A0FEB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B91E1-A272-8E65-7594-8548787E3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2E866-D0C2-5173-99FE-F1FB0989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52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11C06-1C9D-110C-9D66-198516EC5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3E375-4C6B-652C-F559-9A94B7446C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B7CE4-2933-4F9A-D816-3720DFB1C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A8C14-62BD-C80B-B543-66E8DE3BA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64C8-F57C-D83D-7F48-F44484E5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74FD3-E0E9-9C15-A6BE-7F3E2F35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6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8B4E-4E98-C1FE-4599-D70EA23A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2E941-7416-011D-7D52-738BA5200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E3869-FC18-13C7-EC0F-C2A6C4FE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19928-93D3-CE75-ED57-E9567393D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36562-3281-5A06-0088-F90D195F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08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42D67-E7A0-E0DD-AEAE-C90C535FB1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9942-EDD5-3FB2-C968-AA9D126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B5E1A-D522-878C-AD0C-4EFF28A7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590BD-688D-85CE-265A-E60124688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4995D-D951-0164-4313-0E1D49A6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251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D3A4E-272B-6D5B-D573-69CC41D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5448E-EDCC-5005-2BE1-C10A1EEB7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E5DB-C379-BF04-1E4C-EBE2B028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EB819-CB84-4A80-81F0-571853621D68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8997B-FD51-53F4-62D7-8BC19835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7BBE7-E57E-826A-E665-EEB4B1C8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25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microsoft.com/office/2007/relationships/hdphoto" Target="../media/hdphoto4.wdp"/><Relationship Id="rId1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diagramColors" Target="../diagrams/colors1.xml"/><Relationship Id="rId2" Type="http://schemas.openxmlformats.org/officeDocument/2006/relationships/image" Target="../media/image4.png"/><Relationship Id="rId16" Type="http://schemas.openxmlformats.org/officeDocument/2006/relationships/diagramQuickStyle" Target="../diagrams/quickStyle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5" Type="http://schemas.openxmlformats.org/officeDocument/2006/relationships/diagramLayout" Target="../diagrams/layout1.xml"/><Relationship Id="rId10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microsoft.com/office/2007/relationships/hdphoto" Target="../media/hdphoto3.wdp"/><Relationship Id="rId1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23510-753B-CC0E-52A4-05539E346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824" y="643467"/>
            <a:ext cx="6836118" cy="335046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3600" spc="-50" dirty="0">
                <a:effectLst/>
              </a:rPr>
              <a:t>Software Development Year 4</a:t>
            </a:r>
            <a:br>
              <a:rPr lang="en-US" sz="3600" spc="-50" dirty="0">
                <a:effectLst/>
              </a:rPr>
            </a:br>
            <a:r>
              <a:rPr lang="en-US" sz="3600" spc="-50" dirty="0">
                <a:effectLst/>
              </a:rPr>
              <a:t>Project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/>
              <a:t>Presentation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>
                <a:effectLst/>
              </a:rPr>
              <a:t>Project Title:            </a:t>
            </a:r>
            <a:r>
              <a:rPr lang="en-US" spc="-50" dirty="0" err="1">
                <a:solidFill>
                  <a:srgbClr val="0070C0"/>
                </a:solidFill>
                <a:effectLst/>
              </a:rPr>
              <a:t>SiteSafeAI</a:t>
            </a:r>
            <a:endParaRPr lang="en-US" spc="-50" dirty="0">
              <a:solidFill>
                <a:srgbClr val="0070C0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6EFEB-2FA7-6F40-81BC-C0539CB98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824" y="4487917"/>
            <a:ext cx="4772974" cy="168904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/>
              <a:t>By Tomas Smitas</a:t>
            </a:r>
          </a:p>
          <a:p>
            <a:pPr algn="l"/>
            <a:r>
              <a:rPr lang="en-US" sz="2000" spc="-50" dirty="0">
                <a:effectLst/>
              </a:rPr>
              <a:t>Student No: C00276177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Date: 2024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Supervisor: Oisin Cawley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 descr="A logo on a black background&#10;&#10;Description automatically generated">
            <a:extLst>
              <a:ext uri="{FF2B5EF4-FFF2-40B4-BE49-F238E27FC236}">
                <a16:creationId xmlns:a16="http://schemas.microsoft.com/office/drawing/2014/main" id="{7ED4245C-6462-8B7E-37ED-D9F40AF94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11" y="838441"/>
            <a:ext cx="3848322" cy="2155059"/>
          </a:xfrm>
          <a:prstGeom prst="rect">
            <a:avLst/>
          </a:prstGeom>
        </p:spPr>
      </p:pic>
      <p:pic>
        <p:nvPicPr>
          <p:cNvPr id="15" name="Picture 14" descr="A yellow and orange safety vests&#10;&#10;Description automatically generated">
            <a:extLst>
              <a:ext uri="{FF2B5EF4-FFF2-40B4-BE49-F238E27FC236}">
                <a16:creationId xmlns:a16="http://schemas.microsoft.com/office/drawing/2014/main" id="{C6308749-C763-8838-F824-D79D4F352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361" y="3657600"/>
            <a:ext cx="1802022" cy="25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0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7CAF1-B3BC-C9CA-3255-92B163FB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088" y="1017458"/>
            <a:ext cx="3543443" cy="129941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6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My Background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44472AA-C6BE-2370-C072-7C2D8E58F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8250" y="4567646"/>
            <a:ext cx="4281598" cy="11260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6 Month Internship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6" descr="A black and white logo">
            <a:extLst>
              <a:ext uri="{FF2B5EF4-FFF2-40B4-BE49-F238E27FC236}">
                <a16:creationId xmlns:a16="http://schemas.microsoft.com/office/drawing/2014/main" id="{19C2C0CE-9F5A-7577-7DE0-8409C6EB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white">
          <a:xfrm>
            <a:off x="3069900" y="2723456"/>
            <a:ext cx="4954693" cy="1238673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8898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01DC0-FDF0-5ABD-0804-A43A445C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Technologies Used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black and blue logo&#10;&#10;Description automatically generated">
            <a:extLst>
              <a:ext uri="{FF2B5EF4-FFF2-40B4-BE49-F238E27FC236}">
                <a16:creationId xmlns:a16="http://schemas.microsoft.com/office/drawing/2014/main" id="{761625D9-6DB7-3EE7-691F-B5C6CC83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96" y="1945457"/>
            <a:ext cx="1124110" cy="597028"/>
          </a:xfrm>
          <a:prstGeom prst="rect">
            <a:avLst/>
          </a:prstGeom>
        </p:spPr>
      </p:pic>
      <p:pic>
        <p:nvPicPr>
          <p:cNvPr id="21" name="Picture 20" descr="A blue and yellow snake logo&#10;&#10;Description automatically generated">
            <a:extLst>
              <a:ext uri="{FF2B5EF4-FFF2-40B4-BE49-F238E27FC236}">
                <a16:creationId xmlns:a16="http://schemas.microsoft.com/office/drawing/2014/main" id="{BA0CD5CE-9607-FF34-BABD-AEE02AB9C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94" y="1864363"/>
            <a:ext cx="1060964" cy="1165827"/>
          </a:xfrm>
          <a:prstGeom prst="rect">
            <a:avLst/>
          </a:prstGeom>
        </p:spPr>
      </p:pic>
      <p:pic>
        <p:nvPicPr>
          <p:cNvPr id="27" name="Picture 26" descr="A blue and black logo&#10;&#10;Description automatically generated">
            <a:extLst>
              <a:ext uri="{FF2B5EF4-FFF2-40B4-BE49-F238E27FC236}">
                <a16:creationId xmlns:a16="http://schemas.microsoft.com/office/drawing/2014/main" id="{6D167144-6993-408C-9E73-6F072E3C11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153" y="3079727"/>
            <a:ext cx="927524" cy="927524"/>
          </a:xfrm>
          <a:prstGeom prst="rect">
            <a:avLst/>
          </a:prstGeom>
        </p:spPr>
      </p:pic>
      <p:pic>
        <p:nvPicPr>
          <p:cNvPr id="28" name="Picture 27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696DF4C0-C532-1E6B-1561-E0B5002DB9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400" y="2769008"/>
            <a:ext cx="955761" cy="1178140"/>
          </a:xfrm>
          <a:prstGeom prst="rect">
            <a:avLst/>
          </a:prstGeom>
        </p:spPr>
      </p:pic>
      <p:pic>
        <p:nvPicPr>
          <p:cNvPr id="29" name="Picture 28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A80625F6-67E5-8155-1B78-70FD0ACCC9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2785085" y="4210855"/>
            <a:ext cx="1151263" cy="915852"/>
          </a:xfrm>
          <a:prstGeom prst="rect">
            <a:avLst/>
          </a:prstGeom>
        </p:spPr>
      </p:pic>
      <p:pic>
        <p:nvPicPr>
          <p:cNvPr id="30" name="Picture 29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4BB06AA2-D6B5-DF32-E124-6BC001B90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6457" y="4195941"/>
            <a:ext cx="1152668" cy="1049663"/>
          </a:xfrm>
          <a:prstGeom prst="rect">
            <a:avLst/>
          </a:prstGeom>
        </p:spPr>
      </p:pic>
      <p:pic>
        <p:nvPicPr>
          <p:cNvPr id="31" name="Picture 30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11098440-BCB2-D20A-D00D-495CC2DF05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646" y="5330312"/>
            <a:ext cx="946151" cy="946151"/>
          </a:xfrm>
          <a:prstGeom prst="rect">
            <a:avLst/>
          </a:prstGeom>
        </p:spPr>
      </p:pic>
      <p:pic>
        <p:nvPicPr>
          <p:cNvPr id="32" name="Picture 31" descr="A logo with a dolphin&#10;&#10;Description automatically generated">
            <a:extLst>
              <a:ext uri="{FF2B5EF4-FFF2-40B4-BE49-F238E27FC236}">
                <a16:creationId xmlns:a16="http://schemas.microsoft.com/office/drawing/2014/main" id="{57B394AA-EE00-738E-CFF2-D2C06181AC7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8567992" y="5516339"/>
            <a:ext cx="1151262" cy="721627"/>
          </a:xfrm>
          <a:prstGeom prst="rect">
            <a:avLst/>
          </a:prstGeom>
        </p:spPr>
      </p:pic>
      <p:graphicFrame>
        <p:nvGraphicFramePr>
          <p:cNvPr id="35" name="Content Placeholder 32">
            <a:extLst>
              <a:ext uri="{FF2B5EF4-FFF2-40B4-BE49-F238E27FC236}">
                <a16:creationId xmlns:a16="http://schemas.microsoft.com/office/drawing/2014/main" id="{6168050F-FD55-D13F-99BB-CB0DA2F3210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05853074"/>
              </p:ext>
            </p:extLst>
          </p:nvPr>
        </p:nvGraphicFramePr>
        <p:xfrm>
          <a:off x="3218720" y="2069204"/>
          <a:ext cx="5986770" cy="4086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</p:spTree>
    <p:extLst>
      <p:ext uri="{BB962C8B-B14F-4D97-AF65-F5344CB8AC3E}">
        <p14:creationId xmlns:p14="http://schemas.microsoft.com/office/powerpoint/2010/main" val="33216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9554-208B-64D8-7B68-56B824DB9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649658" cy="2709275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174625" cmpd="thinThick">
            <a:solidFill>
              <a:schemeClr val="tx1">
                <a:lumMod val="85000"/>
                <a:lumOff val="1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Context Diagram</a:t>
            </a:r>
          </a:p>
        </p:txBody>
      </p:sp>
      <p:pic>
        <p:nvPicPr>
          <p:cNvPr id="5" name="Content Placeholder 4" descr="A diagram of a system&#10;&#10;Description automatically generated">
            <a:extLst>
              <a:ext uri="{FF2B5EF4-FFF2-40B4-BE49-F238E27FC236}">
                <a16:creationId xmlns:a16="http://schemas.microsoft.com/office/drawing/2014/main" id="{16F6E025-6C55-0E98-1FA6-E55BF3E74A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814" y="938048"/>
            <a:ext cx="8479837" cy="498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748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72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Software Development Year 4 Project   Presentation   Project Title:            SiteSafeAI</vt:lpstr>
      <vt:lpstr>My Background</vt:lpstr>
      <vt:lpstr>Technologies Used</vt:lpstr>
      <vt:lpstr>Context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1</cp:revision>
  <dcterms:created xsi:type="dcterms:W3CDTF">2024-10-22T17:22:45Z</dcterms:created>
  <dcterms:modified xsi:type="dcterms:W3CDTF">2024-10-23T09:48:24Z</dcterms:modified>
</cp:coreProperties>
</file>
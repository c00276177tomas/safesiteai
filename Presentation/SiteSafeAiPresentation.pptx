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4" r:id="rId5"/>
    <p:sldId id="259" r:id="rId6"/>
    <p:sldId id="257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ely.com/" TargetMode="External"/><Relationship Id="rId2" Type="http://schemas.openxmlformats.org/officeDocument/2006/relationships/hyperlink" Target="http://www.canva.com/" TargetMode="External"/><Relationship Id="rId1" Type="http://schemas.openxmlformats.org/officeDocument/2006/relationships/hyperlink" Target="http://www.netwatchsystem.com/" TargetMode="External"/><Relationship Id="rId6" Type="http://schemas.openxmlformats.org/officeDocument/2006/relationships/hyperlink" Target="http://www.frisbyhomes.com/" TargetMode="External"/><Relationship Id="rId5" Type="http://schemas.openxmlformats.org/officeDocument/2006/relationships/hyperlink" Target="http://www.synaedge.com/en" TargetMode="External"/><Relationship Id="rId4" Type="http://schemas.openxmlformats.org/officeDocument/2006/relationships/hyperlink" Target="http://www.iconscout.com/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ely.com/" TargetMode="External"/><Relationship Id="rId2" Type="http://schemas.openxmlformats.org/officeDocument/2006/relationships/hyperlink" Target="http://www.canva.com/" TargetMode="External"/><Relationship Id="rId1" Type="http://schemas.openxmlformats.org/officeDocument/2006/relationships/hyperlink" Target="http://www.netwatchsystem.com/" TargetMode="External"/><Relationship Id="rId6" Type="http://schemas.openxmlformats.org/officeDocument/2006/relationships/hyperlink" Target="http://www.frisbyhomes.com/" TargetMode="External"/><Relationship Id="rId5" Type="http://schemas.openxmlformats.org/officeDocument/2006/relationships/hyperlink" Target="http://www.synaedge.com/en" TargetMode="External"/><Relationship Id="rId4" Type="http://schemas.openxmlformats.org/officeDocument/2006/relationships/hyperlink" Target="http://www.iconscout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5A7E0E-00B7-4A9C-A3C3-ECB4D9BF32B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4B7AF4-3A8B-4ADF-926E-D04343A67A5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Python - Main Programming Language</a:t>
          </a:r>
          <a:endParaRPr lang="en-US" sz="1800" dirty="0"/>
        </a:p>
      </dgm:t>
    </dgm:pt>
    <dgm:pt modelId="{52F53AF0-7B6B-477F-BFA1-7477333598B6}" type="parTrans" cxnId="{8563A864-B2CF-4112-B3EA-459656073B2C}">
      <dgm:prSet/>
      <dgm:spPr/>
      <dgm:t>
        <a:bodyPr/>
        <a:lstStyle/>
        <a:p>
          <a:endParaRPr lang="en-US"/>
        </a:p>
      </dgm:t>
    </dgm:pt>
    <dgm:pt modelId="{E2B6EA70-59A0-4B65-AAAD-E68BF09AE32C}" type="sibTrans" cxnId="{8563A864-B2CF-4112-B3EA-459656073B2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E58B5E-C93F-41D0-A6F6-D1E16200C1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YOLO - Object Detection  </a:t>
          </a:r>
          <a:endParaRPr lang="en-US" sz="1800" dirty="0"/>
        </a:p>
      </dgm:t>
    </dgm:pt>
    <dgm:pt modelId="{3F225B14-8235-484D-8566-E644604961F1}" type="parTrans" cxnId="{560700C7-0D7A-401A-96D6-21BE1D10372B}">
      <dgm:prSet/>
      <dgm:spPr/>
      <dgm:t>
        <a:bodyPr/>
        <a:lstStyle/>
        <a:p>
          <a:endParaRPr lang="en-US"/>
        </a:p>
      </dgm:t>
    </dgm:pt>
    <dgm:pt modelId="{E5B63A6D-49F9-4FFB-98B2-A8BE431F9CD6}" type="sibTrans" cxnId="{560700C7-0D7A-401A-96D6-21BE1D1037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36FE28-DE30-4F99-9D61-A0E9F5DEDA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 err="1"/>
            <a:t>Ultralytics</a:t>
          </a:r>
          <a:r>
            <a:rPr lang="en-GB" sz="1800" dirty="0"/>
            <a:t> - Framework</a:t>
          </a:r>
          <a:endParaRPr lang="en-US" sz="1800" dirty="0"/>
        </a:p>
      </dgm:t>
    </dgm:pt>
    <dgm:pt modelId="{56422E37-A5DC-436A-AEFC-E932DC9A3BB8}" type="parTrans" cxnId="{AD7BDC29-341E-45F4-AC6D-EDB5812013E3}">
      <dgm:prSet/>
      <dgm:spPr/>
      <dgm:t>
        <a:bodyPr/>
        <a:lstStyle/>
        <a:p>
          <a:endParaRPr lang="en-US"/>
        </a:p>
      </dgm:t>
    </dgm:pt>
    <dgm:pt modelId="{533C9DD2-E670-4E24-8788-2DFF1C707758}" type="sibTrans" cxnId="{AD7BDC29-341E-45F4-AC6D-EDB5812013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5172726-9EC8-4DAB-9C24-AF72B6B26F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OpenCV – Computer Vision Library</a:t>
          </a:r>
          <a:endParaRPr lang="en-US" sz="1800" dirty="0"/>
        </a:p>
      </dgm:t>
    </dgm:pt>
    <dgm:pt modelId="{73FFB3CB-7C33-41DD-8A12-882B39708925}" type="parTrans" cxnId="{51E24B2F-0359-432E-85DB-CAB8CA647DA9}">
      <dgm:prSet/>
      <dgm:spPr/>
      <dgm:t>
        <a:bodyPr/>
        <a:lstStyle/>
        <a:p>
          <a:endParaRPr lang="en-US"/>
        </a:p>
      </dgm:t>
    </dgm:pt>
    <dgm:pt modelId="{AA1BEEFC-D513-46CB-9B46-15F5BB078A9E}" type="sibTrans" cxnId="{51E24B2F-0359-432E-85DB-CAB8CA647DA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2CDD00-1D69-4A6B-8AC4-8A36F0E79C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Flask – Web Framework</a:t>
          </a:r>
          <a:endParaRPr lang="en-US" sz="1800" dirty="0"/>
        </a:p>
      </dgm:t>
    </dgm:pt>
    <dgm:pt modelId="{8E9D8986-50DA-4A02-84B3-0AF8D257A10B}" type="parTrans" cxnId="{D3D34EF3-A831-4F86-A88B-1FE184433EC2}">
      <dgm:prSet/>
      <dgm:spPr/>
      <dgm:t>
        <a:bodyPr/>
        <a:lstStyle/>
        <a:p>
          <a:endParaRPr lang="en-US"/>
        </a:p>
      </dgm:t>
    </dgm:pt>
    <dgm:pt modelId="{C9B88B39-EB2D-4ABF-8671-D02D136D903F}" type="sibTrans" cxnId="{D3D34EF3-A831-4F86-A88B-1FE184433E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53FF18-8BD2-45BB-854A-CD8632CDC2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React – Front End</a:t>
          </a:r>
          <a:endParaRPr lang="en-US" sz="1800" dirty="0"/>
        </a:p>
      </dgm:t>
    </dgm:pt>
    <dgm:pt modelId="{3F312DDF-C86D-4D1A-BEA9-CA1ED720A1E9}" type="parTrans" cxnId="{E4931362-CEA6-46A7-8B79-64FE4862E462}">
      <dgm:prSet/>
      <dgm:spPr/>
      <dgm:t>
        <a:bodyPr/>
        <a:lstStyle/>
        <a:p>
          <a:endParaRPr lang="en-US"/>
        </a:p>
      </dgm:t>
    </dgm:pt>
    <dgm:pt modelId="{5A6C4911-DC52-4C0C-AB33-5529B1A85664}" type="sibTrans" cxnId="{E4931362-CEA6-46A7-8B79-64FE4862E4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B3BAF0-1DFF-452A-8E9F-7F6DAEDD52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SMTP – Email Service</a:t>
          </a:r>
          <a:endParaRPr lang="en-US" sz="1800" dirty="0"/>
        </a:p>
      </dgm:t>
    </dgm:pt>
    <dgm:pt modelId="{529EDF02-577C-4951-983B-D7146AD68EE1}" type="parTrans" cxnId="{057C216F-C623-4183-9313-45DF76E23918}">
      <dgm:prSet/>
      <dgm:spPr/>
      <dgm:t>
        <a:bodyPr/>
        <a:lstStyle/>
        <a:p>
          <a:endParaRPr lang="en-US"/>
        </a:p>
      </dgm:t>
    </dgm:pt>
    <dgm:pt modelId="{37073D6E-DE9C-466D-B8A7-DA360793B53F}" type="sibTrans" cxnId="{057C216F-C623-4183-9313-45DF76E239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A74F75-AC17-48AD-A734-885D21E05F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MySQL - Database</a:t>
          </a:r>
          <a:endParaRPr lang="en-US" sz="1800" dirty="0"/>
        </a:p>
      </dgm:t>
    </dgm:pt>
    <dgm:pt modelId="{A78D69D4-C481-4375-86E7-E6DA0FDB81C4}" type="parTrans" cxnId="{4FC51E18-3D43-40B6-8ABD-C8F0DD2AADFE}">
      <dgm:prSet/>
      <dgm:spPr/>
      <dgm:t>
        <a:bodyPr/>
        <a:lstStyle/>
        <a:p>
          <a:endParaRPr lang="en-US"/>
        </a:p>
      </dgm:t>
    </dgm:pt>
    <dgm:pt modelId="{476BB39E-B252-4D9F-A234-5C771C87B329}" type="sibTrans" cxnId="{4FC51E18-3D43-40B6-8ABD-C8F0DD2AADFE}">
      <dgm:prSet/>
      <dgm:spPr/>
      <dgm:t>
        <a:bodyPr/>
        <a:lstStyle/>
        <a:p>
          <a:endParaRPr lang="en-US"/>
        </a:p>
      </dgm:t>
    </dgm:pt>
    <dgm:pt modelId="{F81935D9-ED78-4E69-99F9-0E39E5576FC3}" type="pres">
      <dgm:prSet presAssocID="{DF5A7E0E-00B7-4A9C-A3C3-ECB4D9BF32BC}" presName="root" presStyleCnt="0">
        <dgm:presLayoutVars>
          <dgm:dir/>
          <dgm:resizeHandles val="exact"/>
        </dgm:presLayoutVars>
      </dgm:prSet>
      <dgm:spPr/>
    </dgm:pt>
    <dgm:pt modelId="{522A7C9A-4EA9-4DDE-996C-76B8BD70627D}" type="pres">
      <dgm:prSet presAssocID="{DF5A7E0E-00B7-4A9C-A3C3-ECB4D9BF32BC}" presName="container" presStyleCnt="0">
        <dgm:presLayoutVars>
          <dgm:dir/>
          <dgm:resizeHandles val="exact"/>
        </dgm:presLayoutVars>
      </dgm:prSet>
      <dgm:spPr/>
    </dgm:pt>
    <dgm:pt modelId="{4E6D419B-BC5A-4E67-8223-0A4521DD8DB4}" type="pres">
      <dgm:prSet presAssocID="{694B7AF4-3A8B-4ADF-926E-D04343A67A5B}" presName="compNode" presStyleCnt="0"/>
      <dgm:spPr/>
    </dgm:pt>
    <dgm:pt modelId="{2AD9908B-4848-434F-9EFE-0BC3A842C512}" type="pres">
      <dgm:prSet presAssocID="{694B7AF4-3A8B-4ADF-926E-D04343A67A5B}" presName="iconBgRect" presStyleLbl="bgShp" presStyleIdx="0" presStyleCnt="8"/>
      <dgm:spPr/>
    </dgm:pt>
    <dgm:pt modelId="{4BAE8EAF-ADBE-4539-806A-4E0C49C7972A}" type="pres">
      <dgm:prSet presAssocID="{694B7AF4-3A8B-4ADF-926E-D04343A67A5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A72B12D-36FB-4963-A09D-CABBD85A79D8}" type="pres">
      <dgm:prSet presAssocID="{694B7AF4-3A8B-4ADF-926E-D04343A67A5B}" presName="spaceRect" presStyleCnt="0"/>
      <dgm:spPr/>
    </dgm:pt>
    <dgm:pt modelId="{78D769C6-C2A1-4934-8341-175D00ECACE4}" type="pres">
      <dgm:prSet presAssocID="{694B7AF4-3A8B-4ADF-926E-D04343A67A5B}" presName="textRect" presStyleLbl="revTx" presStyleIdx="0" presStyleCnt="8" custScaleX="102100">
        <dgm:presLayoutVars>
          <dgm:chMax val="1"/>
          <dgm:chPref val="1"/>
        </dgm:presLayoutVars>
      </dgm:prSet>
      <dgm:spPr/>
    </dgm:pt>
    <dgm:pt modelId="{0DBA7B9D-6474-46AF-881B-D93034A3AFDD}" type="pres">
      <dgm:prSet presAssocID="{E2B6EA70-59A0-4B65-AAAD-E68BF09AE32C}" presName="sibTrans" presStyleLbl="sibTrans2D1" presStyleIdx="0" presStyleCnt="0"/>
      <dgm:spPr/>
    </dgm:pt>
    <dgm:pt modelId="{3B2DC819-7056-4EAE-AEA4-9FD9879A0ADE}" type="pres">
      <dgm:prSet presAssocID="{FAE58B5E-C93F-41D0-A6F6-D1E16200C15F}" presName="compNode" presStyleCnt="0"/>
      <dgm:spPr/>
    </dgm:pt>
    <dgm:pt modelId="{6429BE27-F80E-40E8-AD6E-BCF5F22ACF2F}" type="pres">
      <dgm:prSet presAssocID="{FAE58B5E-C93F-41D0-A6F6-D1E16200C15F}" presName="iconBgRect" presStyleLbl="bgShp" presStyleIdx="1" presStyleCnt="8"/>
      <dgm:spPr/>
    </dgm:pt>
    <dgm:pt modelId="{906EF14B-2438-4714-AD22-63842EB6F1E0}" type="pres">
      <dgm:prSet presAssocID="{FAE58B5E-C93F-41D0-A6F6-D1E16200C15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FE623779-3B7E-40B4-B073-2778679AA538}" type="pres">
      <dgm:prSet presAssocID="{FAE58B5E-C93F-41D0-A6F6-D1E16200C15F}" presName="spaceRect" presStyleCnt="0"/>
      <dgm:spPr/>
    </dgm:pt>
    <dgm:pt modelId="{014EF6EE-6A61-415B-9F59-82878761BCF6}" type="pres">
      <dgm:prSet presAssocID="{FAE58B5E-C93F-41D0-A6F6-D1E16200C15F}" presName="textRect" presStyleLbl="revTx" presStyleIdx="1" presStyleCnt="8">
        <dgm:presLayoutVars>
          <dgm:chMax val="1"/>
          <dgm:chPref val="1"/>
        </dgm:presLayoutVars>
      </dgm:prSet>
      <dgm:spPr/>
    </dgm:pt>
    <dgm:pt modelId="{CAABA910-E77F-4BBA-AB26-EFAF7D5A42B3}" type="pres">
      <dgm:prSet presAssocID="{E5B63A6D-49F9-4FFB-98B2-A8BE431F9CD6}" presName="sibTrans" presStyleLbl="sibTrans2D1" presStyleIdx="0" presStyleCnt="0"/>
      <dgm:spPr/>
    </dgm:pt>
    <dgm:pt modelId="{6156EBE7-C30F-4D08-9FA5-70E13AC42593}" type="pres">
      <dgm:prSet presAssocID="{A936FE28-DE30-4F99-9D61-A0E9F5DEDAEB}" presName="compNode" presStyleCnt="0"/>
      <dgm:spPr/>
    </dgm:pt>
    <dgm:pt modelId="{93EFC311-3163-4675-AD5A-7C5466D8B716}" type="pres">
      <dgm:prSet presAssocID="{A936FE28-DE30-4F99-9D61-A0E9F5DEDAEB}" presName="iconBgRect" presStyleLbl="bgShp" presStyleIdx="2" presStyleCnt="8"/>
      <dgm:spPr/>
    </dgm:pt>
    <dgm:pt modelId="{D53E28EE-343E-461D-B22A-DCB62CB19F62}" type="pres">
      <dgm:prSet presAssocID="{A936FE28-DE30-4F99-9D61-A0E9F5DEDAE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BF33D79-4656-41CD-A6E8-A83A4A468FC5}" type="pres">
      <dgm:prSet presAssocID="{A936FE28-DE30-4F99-9D61-A0E9F5DEDAEB}" presName="spaceRect" presStyleCnt="0"/>
      <dgm:spPr/>
    </dgm:pt>
    <dgm:pt modelId="{B2D728B1-EBB0-4B82-A07E-5A89FFDCFC6C}" type="pres">
      <dgm:prSet presAssocID="{A936FE28-DE30-4F99-9D61-A0E9F5DEDAEB}" presName="textRect" presStyleLbl="revTx" presStyleIdx="2" presStyleCnt="8">
        <dgm:presLayoutVars>
          <dgm:chMax val="1"/>
          <dgm:chPref val="1"/>
        </dgm:presLayoutVars>
      </dgm:prSet>
      <dgm:spPr/>
    </dgm:pt>
    <dgm:pt modelId="{1B1B7DA3-360E-4232-A669-53A1E80E14B7}" type="pres">
      <dgm:prSet presAssocID="{533C9DD2-E670-4E24-8788-2DFF1C707758}" presName="sibTrans" presStyleLbl="sibTrans2D1" presStyleIdx="0" presStyleCnt="0"/>
      <dgm:spPr/>
    </dgm:pt>
    <dgm:pt modelId="{4B0EE68C-2568-4B79-8471-A9098B85DB20}" type="pres">
      <dgm:prSet presAssocID="{05172726-9EC8-4DAB-9C24-AF72B6B26FE5}" presName="compNode" presStyleCnt="0"/>
      <dgm:spPr/>
    </dgm:pt>
    <dgm:pt modelId="{D086BA99-BDD5-4735-80BD-B0517490BB2B}" type="pres">
      <dgm:prSet presAssocID="{05172726-9EC8-4DAB-9C24-AF72B6B26FE5}" presName="iconBgRect" presStyleLbl="bgShp" presStyleIdx="3" presStyleCnt="8"/>
      <dgm:spPr/>
    </dgm:pt>
    <dgm:pt modelId="{31A3621F-3969-491A-A712-E795557EBBD1}" type="pres">
      <dgm:prSet presAssocID="{05172726-9EC8-4DAB-9C24-AF72B6B26FE5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55E9C20E-C647-45FF-870D-25E0975085F5}" type="pres">
      <dgm:prSet presAssocID="{05172726-9EC8-4DAB-9C24-AF72B6B26FE5}" presName="spaceRect" presStyleCnt="0"/>
      <dgm:spPr/>
    </dgm:pt>
    <dgm:pt modelId="{849CD35C-B223-47BF-8151-9396B4E709FE}" type="pres">
      <dgm:prSet presAssocID="{05172726-9EC8-4DAB-9C24-AF72B6B26FE5}" presName="textRect" presStyleLbl="revTx" presStyleIdx="3" presStyleCnt="8">
        <dgm:presLayoutVars>
          <dgm:chMax val="1"/>
          <dgm:chPref val="1"/>
        </dgm:presLayoutVars>
      </dgm:prSet>
      <dgm:spPr/>
    </dgm:pt>
    <dgm:pt modelId="{EA867568-FABB-40E0-A8DC-2830EDAED5E9}" type="pres">
      <dgm:prSet presAssocID="{AA1BEEFC-D513-46CB-9B46-15F5BB078A9E}" presName="sibTrans" presStyleLbl="sibTrans2D1" presStyleIdx="0" presStyleCnt="0"/>
      <dgm:spPr/>
    </dgm:pt>
    <dgm:pt modelId="{B4793F64-45F5-41AF-8C7D-3B30C8F64560}" type="pres">
      <dgm:prSet presAssocID="{472CDD00-1D69-4A6B-8AC4-8A36F0E79CA1}" presName="compNode" presStyleCnt="0"/>
      <dgm:spPr/>
    </dgm:pt>
    <dgm:pt modelId="{230E90DD-B592-4283-A161-126B3624F6DA}" type="pres">
      <dgm:prSet presAssocID="{472CDD00-1D69-4A6B-8AC4-8A36F0E79CA1}" presName="iconBgRect" presStyleLbl="bgShp" presStyleIdx="4" presStyleCnt="8"/>
      <dgm:spPr/>
    </dgm:pt>
    <dgm:pt modelId="{1E2A6E66-6D92-4B3C-946C-D067F50F008C}" type="pres">
      <dgm:prSet presAssocID="{472CDD00-1D69-4A6B-8AC4-8A36F0E79CA1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773059A-2183-4C7C-A11B-AF404735963D}" type="pres">
      <dgm:prSet presAssocID="{472CDD00-1D69-4A6B-8AC4-8A36F0E79CA1}" presName="spaceRect" presStyleCnt="0"/>
      <dgm:spPr/>
    </dgm:pt>
    <dgm:pt modelId="{2C92A4C9-A4A1-486F-BB11-2CE4FCC41BC8}" type="pres">
      <dgm:prSet presAssocID="{472CDD00-1D69-4A6B-8AC4-8A36F0E79CA1}" presName="textRect" presStyleLbl="revTx" presStyleIdx="4" presStyleCnt="8">
        <dgm:presLayoutVars>
          <dgm:chMax val="1"/>
          <dgm:chPref val="1"/>
        </dgm:presLayoutVars>
      </dgm:prSet>
      <dgm:spPr/>
    </dgm:pt>
    <dgm:pt modelId="{688FBCBE-48AB-492D-A16C-7647775AC9B3}" type="pres">
      <dgm:prSet presAssocID="{C9B88B39-EB2D-4ABF-8671-D02D136D903F}" presName="sibTrans" presStyleLbl="sibTrans2D1" presStyleIdx="0" presStyleCnt="0"/>
      <dgm:spPr/>
    </dgm:pt>
    <dgm:pt modelId="{B5B05572-F54B-4E8A-95F5-3023B86A8F6C}" type="pres">
      <dgm:prSet presAssocID="{6153FF18-8BD2-45BB-854A-CD8632CDC26A}" presName="compNode" presStyleCnt="0"/>
      <dgm:spPr/>
    </dgm:pt>
    <dgm:pt modelId="{5E08B028-D48B-43E3-8B29-4B2BAEB7BB71}" type="pres">
      <dgm:prSet presAssocID="{6153FF18-8BD2-45BB-854A-CD8632CDC26A}" presName="iconBgRect" presStyleLbl="bgShp" presStyleIdx="5" presStyleCnt="8"/>
      <dgm:spPr/>
    </dgm:pt>
    <dgm:pt modelId="{5C0DFA92-FC88-416D-A93F-4F63BA45CB72}" type="pres">
      <dgm:prSet presAssocID="{6153FF18-8BD2-45BB-854A-CD8632CDC26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35F52B9-86A2-4F18-88F3-34CB4E661EEE}" type="pres">
      <dgm:prSet presAssocID="{6153FF18-8BD2-45BB-854A-CD8632CDC26A}" presName="spaceRect" presStyleCnt="0"/>
      <dgm:spPr/>
    </dgm:pt>
    <dgm:pt modelId="{F4629CC3-0C20-4301-9F76-4BAD0A2A8F00}" type="pres">
      <dgm:prSet presAssocID="{6153FF18-8BD2-45BB-854A-CD8632CDC26A}" presName="textRect" presStyleLbl="revTx" presStyleIdx="5" presStyleCnt="8">
        <dgm:presLayoutVars>
          <dgm:chMax val="1"/>
          <dgm:chPref val="1"/>
        </dgm:presLayoutVars>
      </dgm:prSet>
      <dgm:spPr/>
    </dgm:pt>
    <dgm:pt modelId="{136ACD61-CD3B-4B4A-B271-6B179AC197A7}" type="pres">
      <dgm:prSet presAssocID="{5A6C4911-DC52-4C0C-AB33-5529B1A85664}" presName="sibTrans" presStyleLbl="sibTrans2D1" presStyleIdx="0" presStyleCnt="0"/>
      <dgm:spPr/>
    </dgm:pt>
    <dgm:pt modelId="{8A7BB095-EF89-4C1D-9655-2D1CE3770D9E}" type="pres">
      <dgm:prSet presAssocID="{D4B3BAF0-1DFF-452A-8E9F-7F6DAEDD5259}" presName="compNode" presStyleCnt="0"/>
      <dgm:spPr/>
    </dgm:pt>
    <dgm:pt modelId="{58B8AE8F-260D-42F7-BBE5-DD2F7E1CBF28}" type="pres">
      <dgm:prSet presAssocID="{D4B3BAF0-1DFF-452A-8E9F-7F6DAEDD5259}" presName="iconBgRect" presStyleLbl="bgShp" presStyleIdx="6" presStyleCnt="8"/>
      <dgm:spPr/>
    </dgm:pt>
    <dgm:pt modelId="{93F08456-3D4B-4A75-9D1B-DAA22C0971BE}" type="pres">
      <dgm:prSet presAssocID="{D4B3BAF0-1DFF-452A-8E9F-7F6DAEDD525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AF40E4-7BC2-431E-A3E8-A9EBD3F6DF27}" type="pres">
      <dgm:prSet presAssocID="{D4B3BAF0-1DFF-452A-8E9F-7F6DAEDD5259}" presName="spaceRect" presStyleCnt="0"/>
      <dgm:spPr/>
    </dgm:pt>
    <dgm:pt modelId="{1B40DF30-A746-419C-8E38-FCE8F971C852}" type="pres">
      <dgm:prSet presAssocID="{D4B3BAF0-1DFF-452A-8E9F-7F6DAEDD5259}" presName="textRect" presStyleLbl="revTx" presStyleIdx="6" presStyleCnt="8">
        <dgm:presLayoutVars>
          <dgm:chMax val="1"/>
          <dgm:chPref val="1"/>
        </dgm:presLayoutVars>
      </dgm:prSet>
      <dgm:spPr/>
    </dgm:pt>
    <dgm:pt modelId="{D74BBFFF-A7D5-4755-928F-20DA8330DE1B}" type="pres">
      <dgm:prSet presAssocID="{37073D6E-DE9C-466D-B8A7-DA360793B53F}" presName="sibTrans" presStyleLbl="sibTrans2D1" presStyleIdx="0" presStyleCnt="0"/>
      <dgm:spPr/>
    </dgm:pt>
    <dgm:pt modelId="{A1019E3C-27AE-43B4-B945-E6087245F03A}" type="pres">
      <dgm:prSet presAssocID="{E3A74F75-AC17-48AD-A734-885D21E05F60}" presName="compNode" presStyleCnt="0"/>
      <dgm:spPr/>
    </dgm:pt>
    <dgm:pt modelId="{90BBE456-1271-41E3-A4A0-7981AB2AB571}" type="pres">
      <dgm:prSet presAssocID="{E3A74F75-AC17-48AD-A734-885D21E05F60}" presName="iconBgRect" presStyleLbl="bgShp" presStyleIdx="7" presStyleCnt="8"/>
      <dgm:spPr/>
    </dgm:pt>
    <dgm:pt modelId="{2B7FF431-6AED-4904-933E-DC5FEE4BFE90}" type="pres">
      <dgm:prSet presAssocID="{E3A74F75-AC17-48AD-A734-885D21E05F6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FC63E64-412F-4214-AB09-1798438F30D4}" type="pres">
      <dgm:prSet presAssocID="{E3A74F75-AC17-48AD-A734-885D21E05F60}" presName="spaceRect" presStyleCnt="0"/>
      <dgm:spPr/>
    </dgm:pt>
    <dgm:pt modelId="{3F7E97DC-2B49-4675-ACFB-DE26AFA41FDD}" type="pres">
      <dgm:prSet presAssocID="{E3A74F75-AC17-48AD-A734-885D21E05F6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83B4016-4C19-4B2F-8487-066D9BE2E9BE}" type="presOf" srcId="{E5B63A6D-49F9-4FFB-98B2-A8BE431F9CD6}" destId="{CAABA910-E77F-4BBA-AB26-EFAF7D5A42B3}" srcOrd="0" destOrd="0" presId="urn:microsoft.com/office/officeart/2018/2/layout/IconCircleList"/>
    <dgm:cxn modelId="{4FC51E18-3D43-40B6-8ABD-C8F0DD2AADFE}" srcId="{DF5A7E0E-00B7-4A9C-A3C3-ECB4D9BF32BC}" destId="{E3A74F75-AC17-48AD-A734-885D21E05F60}" srcOrd="7" destOrd="0" parTransId="{A78D69D4-C481-4375-86E7-E6DA0FDB81C4}" sibTransId="{476BB39E-B252-4D9F-A234-5C771C87B329}"/>
    <dgm:cxn modelId="{FA54E01D-6922-47D8-9FBE-C78FDCB006FE}" type="presOf" srcId="{D4B3BAF0-1DFF-452A-8E9F-7F6DAEDD5259}" destId="{1B40DF30-A746-419C-8E38-FCE8F971C852}" srcOrd="0" destOrd="0" presId="urn:microsoft.com/office/officeart/2018/2/layout/IconCircleList"/>
    <dgm:cxn modelId="{AD7BDC29-341E-45F4-AC6D-EDB5812013E3}" srcId="{DF5A7E0E-00B7-4A9C-A3C3-ECB4D9BF32BC}" destId="{A936FE28-DE30-4F99-9D61-A0E9F5DEDAEB}" srcOrd="2" destOrd="0" parTransId="{56422E37-A5DC-436A-AEFC-E932DC9A3BB8}" sibTransId="{533C9DD2-E670-4E24-8788-2DFF1C707758}"/>
    <dgm:cxn modelId="{51E24B2F-0359-432E-85DB-CAB8CA647DA9}" srcId="{DF5A7E0E-00B7-4A9C-A3C3-ECB4D9BF32BC}" destId="{05172726-9EC8-4DAB-9C24-AF72B6B26FE5}" srcOrd="3" destOrd="0" parTransId="{73FFB3CB-7C33-41DD-8A12-882B39708925}" sibTransId="{AA1BEEFC-D513-46CB-9B46-15F5BB078A9E}"/>
    <dgm:cxn modelId="{D2776030-A5D4-40F6-A5EF-A48622E7DEE8}" type="presOf" srcId="{C9B88B39-EB2D-4ABF-8671-D02D136D903F}" destId="{688FBCBE-48AB-492D-A16C-7647775AC9B3}" srcOrd="0" destOrd="0" presId="urn:microsoft.com/office/officeart/2018/2/layout/IconCircleList"/>
    <dgm:cxn modelId="{9A5FF334-2F24-4B52-BDC9-64A44BE99DBE}" type="presOf" srcId="{472CDD00-1D69-4A6B-8AC4-8A36F0E79CA1}" destId="{2C92A4C9-A4A1-486F-BB11-2CE4FCC41BC8}" srcOrd="0" destOrd="0" presId="urn:microsoft.com/office/officeart/2018/2/layout/IconCircleList"/>
    <dgm:cxn modelId="{8442D637-55B4-4B32-902C-4B64404AF09A}" type="presOf" srcId="{AA1BEEFC-D513-46CB-9B46-15F5BB078A9E}" destId="{EA867568-FABB-40E0-A8DC-2830EDAED5E9}" srcOrd="0" destOrd="0" presId="urn:microsoft.com/office/officeart/2018/2/layout/IconCircleList"/>
    <dgm:cxn modelId="{E4931362-CEA6-46A7-8B79-64FE4862E462}" srcId="{DF5A7E0E-00B7-4A9C-A3C3-ECB4D9BF32BC}" destId="{6153FF18-8BD2-45BB-854A-CD8632CDC26A}" srcOrd="5" destOrd="0" parTransId="{3F312DDF-C86D-4D1A-BEA9-CA1ED720A1E9}" sibTransId="{5A6C4911-DC52-4C0C-AB33-5529B1A85664}"/>
    <dgm:cxn modelId="{61439842-D820-42EC-8B75-2CB8E6C16D4E}" type="presOf" srcId="{694B7AF4-3A8B-4ADF-926E-D04343A67A5B}" destId="{78D769C6-C2A1-4934-8341-175D00ECACE4}" srcOrd="0" destOrd="0" presId="urn:microsoft.com/office/officeart/2018/2/layout/IconCircleList"/>
    <dgm:cxn modelId="{8563A864-B2CF-4112-B3EA-459656073B2C}" srcId="{DF5A7E0E-00B7-4A9C-A3C3-ECB4D9BF32BC}" destId="{694B7AF4-3A8B-4ADF-926E-D04343A67A5B}" srcOrd="0" destOrd="0" parTransId="{52F53AF0-7B6B-477F-BFA1-7477333598B6}" sibTransId="{E2B6EA70-59A0-4B65-AAAD-E68BF09AE32C}"/>
    <dgm:cxn modelId="{057C216F-C623-4183-9313-45DF76E23918}" srcId="{DF5A7E0E-00B7-4A9C-A3C3-ECB4D9BF32BC}" destId="{D4B3BAF0-1DFF-452A-8E9F-7F6DAEDD5259}" srcOrd="6" destOrd="0" parTransId="{529EDF02-577C-4951-983B-D7146AD68EE1}" sibTransId="{37073D6E-DE9C-466D-B8A7-DA360793B53F}"/>
    <dgm:cxn modelId="{9FD73359-065B-4CFD-9856-C822F7A97EB7}" type="presOf" srcId="{5A6C4911-DC52-4C0C-AB33-5529B1A85664}" destId="{136ACD61-CD3B-4B4A-B271-6B179AC197A7}" srcOrd="0" destOrd="0" presId="urn:microsoft.com/office/officeart/2018/2/layout/IconCircleList"/>
    <dgm:cxn modelId="{7C8DB87F-B5CC-4F31-B5E4-ED8CF1BDA5A3}" type="presOf" srcId="{FAE58B5E-C93F-41D0-A6F6-D1E16200C15F}" destId="{014EF6EE-6A61-415B-9F59-82878761BCF6}" srcOrd="0" destOrd="0" presId="urn:microsoft.com/office/officeart/2018/2/layout/IconCircleList"/>
    <dgm:cxn modelId="{D1F84C86-A4DC-4047-8F8E-A51ACEB18D71}" type="presOf" srcId="{533C9DD2-E670-4E24-8788-2DFF1C707758}" destId="{1B1B7DA3-360E-4232-A669-53A1E80E14B7}" srcOrd="0" destOrd="0" presId="urn:microsoft.com/office/officeart/2018/2/layout/IconCircleList"/>
    <dgm:cxn modelId="{61AB9A92-99E3-4DFD-BD81-99510D6BE229}" type="presOf" srcId="{37073D6E-DE9C-466D-B8A7-DA360793B53F}" destId="{D74BBFFF-A7D5-4755-928F-20DA8330DE1B}" srcOrd="0" destOrd="0" presId="urn:microsoft.com/office/officeart/2018/2/layout/IconCircleList"/>
    <dgm:cxn modelId="{38C85E96-213F-449F-98F8-2E3914350254}" type="presOf" srcId="{E2B6EA70-59A0-4B65-AAAD-E68BF09AE32C}" destId="{0DBA7B9D-6474-46AF-881B-D93034A3AFDD}" srcOrd="0" destOrd="0" presId="urn:microsoft.com/office/officeart/2018/2/layout/IconCircleList"/>
    <dgm:cxn modelId="{2905FCAC-39B5-4172-A4FB-DE4F8D7FAC85}" type="presOf" srcId="{6153FF18-8BD2-45BB-854A-CD8632CDC26A}" destId="{F4629CC3-0C20-4301-9F76-4BAD0A2A8F00}" srcOrd="0" destOrd="0" presId="urn:microsoft.com/office/officeart/2018/2/layout/IconCircleList"/>
    <dgm:cxn modelId="{7FA264AF-DC97-4397-A601-9A7741CE43CB}" type="presOf" srcId="{DF5A7E0E-00B7-4A9C-A3C3-ECB4D9BF32BC}" destId="{F81935D9-ED78-4E69-99F9-0E39E5576FC3}" srcOrd="0" destOrd="0" presId="urn:microsoft.com/office/officeart/2018/2/layout/IconCircleList"/>
    <dgm:cxn modelId="{6D03BEC5-659F-4BC5-A484-13D3B1B8F949}" type="presOf" srcId="{A936FE28-DE30-4F99-9D61-A0E9F5DEDAEB}" destId="{B2D728B1-EBB0-4B82-A07E-5A89FFDCFC6C}" srcOrd="0" destOrd="0" presId="urn:microsoft.com/office/officeart/2018/2/layout/IconCircleList"/>
    <dgm:cxn modelId="{560700C7-0D7A-401A-96D6-21BE1D10372B}" srcId="{DF5A7E0E-00B7-4A9C-A3C3-ECB4D9BF32BC}" destId="{FAE58B5E-C93F-41D0-A6F6-D1E16200C15F}" srcOrd="1" destOrd="0" parTransId="{3F225B14-8235-484D-8566-E644604961F1}" sibTransId="{E5B63A6D-49F9-4FFB-98B2-A8BE431F9CD6}"/>
    <dgm:cxn modelId="{D3D34EF3-A831-4F86-A88B-1FE184433EC2}" srcId="{DF5A7E0E-00B7-4A9C-A3C3-ECB4D9BF32BC}" destId="{472CDD00-1D69-4A6B-8AC4-8A36F0E79CA1}" srcOrd="4" destOrd="0" parTransId="{8E9D8986-50DA-4A02-84B3-0AF8D257A10B}" sibTransId="{C9B88B39-EB2D-4ABF-8671-D02D136D903F}"/>
    <dgm:cxn modelId="{29B17EF6-E0CA-4D91-854D-C62997C473CA}" type="presOf" srcId="{05172726-9EC8-4DAB-9C24-AF72B6B26FE5}" destId="{849CD35C-B223-47BF-8151-9396B4E709FE}" srcOrd="0" destOrd="0" presId="urn:microsoft.com/office/officeart/2018/2/layout/IconCircleList"/>
    <dgm:cxn modelId="{01F44BF7-2E8C-452F-A489-BF982C147C9D}" type="presOf" srcId="{E3A74F75-AC17-48AD-A734-885D21E05F60}" destId="{3F7E97DC-2B49-4675-ACFB-DE26AFA41FDD}" srcOrd="0" destOrd="0" presId="urn:microsoft.com/office/officeart/2018/2/layout/IconCircleList"/>
    <dgm:cxn modelId="{5EB0C63A-22A8-4F4B-87B4-BB3B4622797A}" type="presParOf" srcId="{F81935D9-ED78-4E69-99F9-0E39E5576FC3}" destId="{522A7C9A-4EA9-4DDE-996C-76B8BD70627D}" srcOrd="0" destOrd="0" presId="urn:microsoft.com/office/officeart/2018/2/layout/IconCircleList"/>
    <dgm:cxn modelId="{FECE67FA-6C78-458F-B8AA-2CE406DF5B20}" type="presParOf" srcId="{522A7C9A-4EA9-4DDE-996C-76B8BD70627D}" destId="{4E6D419B-BC5A-4E67-8223-0A4521DD8DB4}" srcOrd="0" destOrd="0" presId="urn:microsoft.com/office/officeart/2018/2/layout/IconCircleList"/>
    <dgm:cxn modelId="{B983F07E-1827-4283-B5B2-49FD7BCAFE26}" type="presParOf" srcId="{4E6D419B-BC5A-4E67-8223-0A4521DD8DB4}" destId="{2AD9908B-4848-434F-9EFE-0BC3A842C512}" srcOrd="0" destOrd="0" presId="urn:microsoft.com/office/officeart/2018/2/layout/IconCircleList"/>
    <dgm:cxn modelId="{A94CEB66-9870-4ED9-8882-DF201D317F6B}" type="presParOf" srcId="{4E6D419B-BC5A-4E67-8223-0A4521DD8DB4}" destId="{4BAE8EAF-ADBE-4539-806A-4E0C49C7972A}" srcOrd="1" destOrd="0" presId="urn:microsoft.com/office/officeart/2018/2/layout/IconCircleList"/>
    <dgm:cxn modelId="{1B1854DE-31EB-4757-9B83-B672F6ACD52D}" type="presParOf" srcId="{4E6D419B-BC5A-4E67-8223-0A4521DD8DB4}" destId="{5A72B12D-36FB-4963-A09D-CABBD85A79D8}" srcOrd="2" destOrd="0" presId="urn:microsoft.com/office/officeart/2018/2/layout/IconCircleList"/>
    <dgm:cxn modelId="{2E7C11FF-7492-4D06-8880-03F6B135AFA6}" type="presParOf" srcId="{4E6D419B-BC5A-4E67-8223-0A4521DD8DB4}" destId="{78D769C6-C2A1-4934-8341-175D00ECACE4}" srcOrd="3" destOrd="0" presId="urn:microsoft.com/office/officeart/2018/2/layout/IconCircleList"/>
    <dgm:cxn modelId="{55F14747-9565-456C-85B8-CFB6D6256A7A}" type="presParOf" srcId="{522A7C9A-4EA9-4DDE-996C-76B8BD70627D}" destId="{0DBA7B9D-6474-46AF-881B-D93034A3AFDD}" srcOrd="1" destOrd="0" presId="urn:microsoft.com/office/officeart/2018/2/layout/IconCircleList"/>
    <dgm:cxn modelId="{1915B752-B10D-452C-9EC7-FBEFE5ADCE53}" type="presParOf" srcId="{522A7C9A-4EA9-4DDE-996C-76B8BD70627D}" destId="{3B2DC819-7056-4EAE-AEA4-9FD9879A0ADE}" srcOrd="2" destOrd="0" presId="urn:microsoft.com/office/officeart/2018/2/layout/IconCircleList"/>
    <dgm:cxn modelId="{515B55F4-1C31-43B5-A334-6FF7810A9856}" type="presParOf" srcId="{3B2DC819-7056-4EAE-AEA4-9FD9879A0ADE}" destId="{6429BE27-F80E-40E8-AD6E-BCF5F22ACF2F}" srcOrd="0" destOrd="0" presId="urn:microsoft.com/office/officeart/2018/2/layout/IconCircleList"/>
    <dgm:cxn modelId="{182204B4-1631-4894-994E-91F661555457}" type="presParOf" srcId="{3B2DC819-7056-4EAE-AEA4-9FD9879A0ADE}" destId="{906EF14B-2438-4714-AD22-63842EB6F1E0}" srcOrd="1" destOrd="0" presId="urn:microsoft.com/office/officeart/2018/2/layout/IconCircleList"/>
    <dgm:cxn modelId="{4BA73D34-421A-4BF1-B30A-92834D315A90}" type="presParOf" srcId="{3B2DC819-7056-4EAE-AEA4-9FD9879A0ADE}" destId="{FE623779-3B7E-40B4-B073-2778679AA538}" srcOrd="2" destOrd="0" presId="urn:microsoft.com/office/officeart/2018/2/layout/IconCircleList"/>
    <dgm:cxn modelId="{30FBCA72-9A13-42DA-8069-D66F8A7C6412}" type="presParOf" srcId="{3B2DC819-7056-4EAE-AEA4-9FD9879A0ADE}" destId="{014EF6EE-6A61-415B-9F59-82878761BCF6}" srcOrd="3" destOrd="0" presId="urn:microsoft.com/office/officeart/2018/2/layout/IconCircleList"/>
    <dgm:cxn modelId="{F824F9E2-AE12-4B0D-BA8E-D09296CD9A16}" type="presParOf" srcId="{522A7C9A-4EA9-4DDE-996C-76B8BD70627D}" destId="{CAABA910-E77F-4BBA-AB26-EFAF7D5A42B3}" srcOrd="3" destOrd="0" presId="urn:microsoft.com/office/officeart/2018/2/layout/IconCircleList"/>
    <dgm:cxn modelId="{DCE59419-8604-4D4A-9424-26D9153F8A59}" type="presParOf" srcId="{522A7C9A-4EA9-4DDE-996C-76B8BD70627D}" destId="{6156EBE7-C30F-4D08-9FA5-70E13AC42593}" srcOrd="4" destOrd="0" presId="urn:microsoft.com/office/officeart/2018/2/layout/IconCircleList"/>
    <dgm:cxn modelId="{0AE05C71-6B04-405E-8659-B63E1C8D3AD0}" type="presParOf" srcId="{6156EBE7-C30F-4D08-9FA5-70E13AC42593}" destId="{93EFC311-3163-4675-AD5A-7C5466D8B716}" srcOrd="0" destOrd="0" presId="urn:microsoft.com/office/officeart/2018/2/layout/IconCircleList"/>
    <dgm:cxn modelId="{F71CA7A1-4F22-448A-9B9D-9983FF4070D1}" type="presParOf" srcId="{6156EBE7-C30F-4D08-9FA5-70E13AC42593}" destId="{D53E28EE-343E-461D-B22A-DCB62CB19F62}" srcOrd="1" destOrd="0" presId="urn:microsoft.com/office/officeart/2018/2/layout/IconCircleList"/>
    <dgm:cxn modelId="{6A3BE9F3-0C6F-4241-BFAD-12E78AA020C7}" type="presParOf" srcId="{6156EBE7-C30F-4D08-9FA5-70E13AC42593}" destId="{5BF33D79-4656-41CD-A6E8-A83A4A468FC5}" srcOrd="2" destOrd="0" presId="urn:microsoft.com/office/officeart/2018/2/layout/IconCircleList"/>
    <dgm:cxn modelId="{0B487F4E-8ECF-4750-85F6-FA8DE120786E}" type="presParOf" srcId="{6156EBE7-C30F-4D08-9FA5-70E13AC42593}" destId="{B2D728B1-EBB0-4B82-A07E-5A89FFDCFC6C}" srcOrd="3" destOrd="0" presId="urn:microsoft.com/office/officeart/2018/2/layout/IconCircleList"/>
    <dgm:cxn modelId="{A86D8215-8DCC-4D66-A2E5-641D77CAE9BF}" type="presParOf" srcId="{522A7C9A-4EA9-4DDE-996C-76B8BD70627D}" destId="{1B1B7DA3-360E-4232-A669-53A1E80E14B7}" srcOrd="5" destOrd="0" presId="urn:microsoft.com/office/officeart/2018/2/layout/IconCircleList"/>
    <dgm:cxn modelId="{1FFD0FEB-010D-4495-B944-5C658543BA79}" type="presParOf" srcId="{522A7C9A-4EA9-4DDE-996C-76B8BD70627D}" destId="{4B0EE68C-2568-4B79-8471-A9098B85DB20}" srcOrd="6" destOrd="0" presId="urn:microsoft.com/office/officeart/2018/2/layout/IconCircleList"/>
    <dgm:cxn modelId="{E43AEDD5-C865-4AAF-A708-9CCD01F1165F}" type="presParOf" srcId="{4B0EE68C-2568-4B79-8471-A9098B85DB20}" destId="{D086BA99-BDD5-4735-80BD-B0517490BB2B}" srcOrd="0" destOrd="0" presId="urn:microsoft.com/office/officeart/2018/2/layout/IconCircleList"/>
    <dgm:cxn modelId="{AED0DEF1-268C-4883-9442-D2C294E00C57}" type="presParOf" srcId="{4B0EE68C-2568-4B79-8471-A9098B85DB20}" destId="{31A3621F-3969-491A-A712-E795557EBBD1}" srcOrd="1" destOrd="0" presId="urn:microsoft.com/office/officeart/2018/2/layout/IconCircleList"/>
    <dgm:cxn modelId="{9D7E6706-E62D-4523-B9AB-124BDA1119E0}" type="presParOf" srcId="{4B0EE68C-2568-4B79-8471-A9098B85DB20}" destId="{55E9C20E-C647-45FF-870D-25E0975085F5}" srcOrd="2" destOrd="0" presId="urn:microsoft.com/office/officeart/2018/2/layout/IconCircleList"/>
    <dgm:cxn modelId="{BFFFE442-1484-4081-9C40-863D20340E09}" type="presParOf" srcId="{4B0EE68C-2568-4B79-8471-A9098B85DB20}" destId="{849CD35C-B223-47BF-8151-9396B4E709FE}" srcOrd="3" destOrd="0" presId="urn:microsoft.com/office/officeart/2018/2/layout/IconCircleList"/>
    <dgm:cxn modelId="{830FD383-C9D0-4CC4-945C-1878D8E2595A}" type="presParOf" srcId="{522A7C9A-4EA9-4DDE-996C-76B8BD70627D}" destId="{EA867568-FABB-40E0-A8DC-2830EDAED5E9}" srcOrd="7" destOrd="0" presId="urn:microsoft.com/office/officeart/2018/2/layout/IconCircleList"/>
    <dgm:cxn modelId="{86BFFFEC-B2C5-4CDC-B15B-5EF426B8D3BB}" type="presParOf" srcId="{522A7C9A-4EA9-4DDE-996C-76B8BD70627D}" destId="{B4793F64-45F5-41AF-8C7D-3B30C8F64560}" srcOrd="8" destOrd="0" presId="urn:microsoft.com/office/officeart/2018/2/layout/IconCircleList"/>
    <dgm:cxn modelId="{A03CE083-0241-4268-B324-C9B05F96B54C}" type="presParOf" srcId="{B4793F64-45F5-41AF-8C7D-3B30C8F64560}" destId="{230E90DD-B592-4283-A161-126B3624F6DA}" srcOrd="0" destOrd="0" presId="urn:microsoft.com/office/officeart/2018/2/layout/IconCircleList"/>
    <dgm:cxn modelId="{697CB9D0-BDBC-4F8B-BE39-CAADF543577A}" type="presParOf" srcId="{B4793F64-45F5-41AF-8C7D-3B30C8F64560}" destId="{1E2A6E66-6D92-4B3C-946C-D067F50F008C}" srcOrd="1" destOrd="0" presId="urn:microsoft.com/office/officeart/2018/2/layout/IconCircleList"/>
    <dgm:cxn modelId="{4C03B9BA-42E4-4019-8A88-2FB49567758D}" type="presParOf" srcId="{B4793F64-45F5-41AF-8C7D-3B30C8F64560}" destId="{B773059A-2183-4C7C-A11B-AF404735963D}" srcOrd="2" destOrd="0" presId="urn:microsoft.com/office/officeart/2018/2/layout/IconCircleList"/>
    <dgm:cxn modelId="{A3CA4DA4-ADDC-4157-845B-678C26343DD1}" type="presParOf" srcId="{B4793F64-45F5-41AF-8C7D-3B30C8F64560}" destId="{2C92A4C9-A4A1-486F-BB11-2CE4FCC41BC8}" srcOrd="3" destOrd="0" presId="urn:microsoft.com/office/officeart/2018/2/layout/IconCircleList"/>
    <dgm:cxn modelId="{641AE11D-1FDB-42F2-BF0B-837C2C2F4D83}" type="presParOf" srcId="{522A7C9A-4EA9-4DDE-996C-76B8BD70627D}" destId="{688FBCBE-48AB-492D-A16C-7647775AC9B3}" srcOrd="9" destOrd="0" presId="urn:microsoft.com/office/officeart/2018/2/layout/IconCircleList"/>
    <dgm:cxn modelId="{A8F92E8E-3342-4C60-84B5-090DEC84F003}" type="presParOf" srcId="{522A7C9A-4EA9-4DDE-996C-76B8BD70627D}" destId="{B5B05572-F54B-4E8A-95F5-3023B86A8F6C}" srcOrd="10" destOrd="0" presId="urn:microsoft.com/office/officeart/2018/2/layout/IconCircleList"/>
    <dgm:cxn modelId="{3F18E374-6ECF-45EE-83FE-D2761B1E77F8}" type="presParOf" srcId="{B5B05572-F54B-4E8A-95F5-3023B86A8F6C}" destId="{5E08B028-D48B-43E3-8B29-4B2BAEB7BB71}" srcOrd="0" destOrd="0" presId="urn:microsoft.com/office/officeart/2018/2/layout/IconCircleList"/>
    <dgm:cxn modelId="{8CA335B2-6D55-4EA9-AFAB-82B6BF330F11}" type="presParOf" srcId="{B5B05572-F54B-4E8A-95F5-3023B86A8F6C}" destId="{5C0DFA92-FC88-416D-A93F-4F63BA45CB72}" srcOrd="1" destOrd="0" presId="urn:microsoft.com/office/officeart/2018/2/layout/IconCircleList"/>
    <dgm:cxn modelId="{95439461-9704-4464-BDF4-1C331F1761DE}" type="presParOf" srcId="{B5B05572-F54B-4E8A-95F5-3023B86A8F6C}" destId="{B35F52B9-86A2-4F18-88F3-34CB4E661EEE}" srcOrd="2" destOrd="0" presId="urn:microsoft.com/office/officeart/2018/2/layout/IconCircleList"/>
    <dgm:cxn modelId="{5DC9E60E-3376-470E-9402-8F363BC282AC}" type="presParOf" srcId="{B5B05572-F54B-4E8A-95F5-3023B86A8F6C}" destId="{F4629CC3-0C20-4301-9F76-4BAD0A2A8F00}" srcOrd="3" destOrd="0" presId="urn:microsoft.com/office/officeart/2018/2/layout/IconCircleList"/>
    <dgm:cxn modelId="{C4FF8361-8CCC-4C21-A3A0-FAE2EA14475A}" type="presParOf" srcId="{522A7C9A-4EA9-4DDE-996C-76B8BD70627D}" destId="{136ACD61-CD3B-4B4A-B271-6B179AC197A7}" srcOrd="11" destOrd="0" presId="urn:microsoft.com/office/officeart/2018/2/layout/IconCircleList"/>
    <dgm:cxn modelId="{429985C4-64EB-408D-BA9D-C82A5040D4B0}" type="presParOf" srcId="{522A7C9A-4EA9-4DDE-996C-76B8BD70627D}" destId="{8A7BB095-EF89-4C1D-9655-2D1CE3770D9E}" srcOrd="12" destOrd="0" presId="urn:microsoft.com/office/officeart/2018/2/layout/IconCircleList"/>
    <dgm:cxn modelId="{57697E89-2B9D-466C-A7DA-0E15D4B1B4EA}" type="presParOf" srcId="{8A7BB095-EF89-4C1D-9655-2D1CE3770D9E}" destId="{58B8AE8F-260D-42F7-BBE5-DD2F7E1CBF28}" srcOrd="0" destOrd="0" presId="urn:microsoft.com/office/officeart/2018/2/layout/IconCircleList"/>
    <dgm:cxn modelId="{4E5DED21-0270-4215-BF2B-BA874D4F8CC4}" type="presParOf" srcId="{8A7BB095-EF89-4C1D-9655-2D1CE3770D9E}" destId="{93F08456-3D4B-4A75-9D1B-DAA22C0971BE}" srcOrd="1" destOrd="0" presId="urn:microsoft.com/office/officeart/2018/2/layout/IconCircleList"/>
    <dgm:cxn modelId="{2F154868-4FC6-40D7-BA2D-962BB6527081}" type="presParOf" srcId="{8A7BB095-EF89-4C1D-9655-2D1CE3770D9E}" destId="{14AF40E4-7BC2-431E-A3E8-A9EBD3F6DF27}" srcOrd="2" destOrd="0" presId="urn:microsoft.com/office/officeart/2018/2/layout/IconCircleList"/>
    <dgm:cxn modelId="{B931A172-3B68-4F0D-B250-081F315AA79A}" type="presParOf" srcId="{8A7BB095-EF89-4C1D-9655-2D1CE3770D9E}" destId="{1B40DF30-A746-419C-8E38-FCE8F971C852}" srcOrd="3" destOrd="0" presId="urn:microsoft.com/office/officeart/2018/2/layout/IconCircleList"/>
    <dgm:cxn modelId="{2F70CEEF-9428-49DA-9690-551E008FDEA9}" type="presParOf" srcId="{522A7C9A-4EA9-4DDE-996C-76B8BD70627D}" destId="{D74BBFFF-A7D5-4755-928F-20DA8330DE1B}" srcOrd="13" destOrd="0" presId="urn:microsoft.com/office/officeart/2018/2/layout/IconCircleList"/>
    <dgm:cxn modelId="{6208005F-D4C5-4656-A834-6C482721322E}" type="presParOf" srcId="{522A7C9A-4EA9-4DDE-996C-76B8BD70627D}" destId="{A1019E3C-27AE-43B4-B945-E6087245F03A}" srcOrd="14" destOrd="0" presId="urn:microsoft.com/office/officeart/2018/2/layout/IconCircleList"/>
    <dgm:cxn modelId="{EAE52BEA-8783-4117-BD74-6ADCB177D460}" type="presParOf" srcId="{A1019E3C-27AE-43B4-B945-E6087245F03A}" destId="{90BBE456-1271-41E3-A4A0-7981AB2AB571}" srcOrd="0" destOrd="0" presId="urn:microsoft.com/office/officeart/2018/2/layout/IconCircleList"/>
    <dgm:cxn modelId="{7DE4BFBC-31C0-484F-BBB3-02AB9A9404A4}" type="presParOf" srcId="{A1019E3C-27AE-43B4-B945-E6087245F03A}" destId="{2B7FF431-6AED-4904-933E-DC5FEE4BFE90}" srcOrd="1" destOrd="0" presId="urn:microsoft.com/office/officeart/2018/2/layout/IconCircleList"/>
    <dgm:cxn modelId="{6F1C0923-B8D7-46C9-A16B-F8FDDA24CBBC}" type="presParOf" srcId="{A1019E3C-27AE-43B4-B945-E6087245F03A}" destId="{6FC63E64-412F-4214-AB09-1798438F30D4}" srcOrd="2" destOrd="0" presId="urn:microsoft.com/office/officeart/2018/2/layout/IconCircleList"/>
    <dgm:cxn modelId="{2D5B9637-CD0C-46E3-8793-187A9B60D04A}" type="presParOf" srcId="{A1019E3C-27AE-43B4-B945-E6087245F03A}" destId="{3F7E97DC-2B49-4675-ACFB-DE26AFA41FD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0C5AED-499C-4509-A31A-3E770F80D6A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D794B57-6B83-4926-8AC7-B3E2B87F5D06}">
      <dgm:prSet/>
      <dgm:spPr/>
      <dgm:t>
        <a:bodyPr/>
        <a:lstStyle/>
        <a:p>
          <a:r>
            <a:rPr lang="en-GB" dirty="0"/>
            <a:t>Finalised Technologies</a:t>
          </a:r>
          <a:endParaRPr lang="en-US" dirty="0"/>
        </a:p>
      </dgm:t>
    </dgm:pt>
    <dgm:pt modelId="{615D1EAE-5C27-4E2B-83F9-67A3D7B1E161}" type="parTrans" cxnId="{848EFA6D-F77A-45EA-A76B-D766B2D21640}">
      <dgm:prSet/>
      <dgm:spPr/>
      <dgm:t>
        <a:bodyPr/>
        <a:lstStyle/>
        <a:p>
          <a:endParaRPr lang="en-US"/>
        </a:p>
      </dgm:t>
    </dgm:pt>
    <dgm:pt modelId="{CAE3D534-0120-4446-9EA5-13C50498B81C}" type="sibTrans" cxnId="{848EFA6D-F77A-45EA-A76B-D766B2D21640}">
      <dgm:prSet/>
      <dgm:spPr/>
      <dgm:t>
        <a:bodyPr/>
        <a:lstStyle/>
        <a:p>
          <a:endParaRPr lang="en-US"/>
        </a:p>
      </dgm:t>
    </dgm:pt>
    <dgm:pt modelId="{1A9563B8-02DA-4724-98BB-8C5A024A59FF}">
      <dgm:prSet/>
      <dgm:spPr/>
      <dgm:t>
        <a:bodyPr/>
        <a:lstStyle/>
        <a:p>
          <a:r>
            <a:rPr lang="en-GB" dirty="0"/>
            <a:t>Functional Specifications</a:t>
          </a:r>
          <a:endParaRPr lang="en-US" dirty="0"/>
        </a:p>
      </dgm:t>
    </dgm:pt>
    <dgm:pt modelId="{8AA16C7A-44F5-49BD-9250-8CA19EAE2231}" type="parTrans" cxnId="{505DBFA5-6429-48E8-A825-06A4AA69B869}">
      <dgm:prSet/>
      <dgm:spPr/>
      <dgm:t>
        <a:bodyPr/>
        <a:lstStyle/>
        <a:p>
          <a:endParaRPr lang="en-US"/>
        </a:p>
      </dgm:t>
    </dgm:pt>
    <dgm:pt modelId="{36250D64-D81B-434B-B177-3C3F5B4751EF}" type="sibTrans" cxnId="{505DBFA5-6429-48E8-A825-06A4AA69B869}">
      <dgm:prSet/>
      <dgm:spPr/>
      <dgm:t>
        <a:bodyPr/>
        <a:lstStyle/>
        <a:p>
          <a:endParaRPr lang="en-US"/>
        </a:p>
      </dgm:t>
    </dgm:pt>
    <dgm:pt modelId="{8653967F-5B3C-4416-BFD2-1D748B3E1364}">
      <dgm:prSet/>
      <dgm:spPr/>
      <dgm:t>
        <a:bodyPr/>
        <a:lstStyle/>
        <a:p>
          <a:r>
            <a:rPr lang="en-GB" dirty="0"/>
            <a:t>Poster, Presentation, Design Doc</a:t>
          </a:r>
          <a:endParaRPr lang="en-US" dirty="0"/>
        </a:p>
      </dgm:t>
    </dgm:pt>
    <dgm:pt modelId="{C0B1D06F-1CEF-4185-94E9-718B10637605}" type="parTrans" cxnId="{7939A716-6D71-41DF-AE6E-000E8FB80EAE}">
      <dgm:prSet/>
      <dgm:spPr/>
      <dgm:t>
        <a:bodyPr/>
        <a:lstStyle/>
        <a:p>
          <a:endParaRPr lang="en-US"/>
        </a:p>
      </dgm:t>
    </dgm:pt>
    <dgm:pt modelId="{8B5538BF-8737-4056-B8D4-E3B1FE1EC428}" type="sibTrans" cxnId="{7939A716-6D71-41DF-AE6E-000E8FB80EAE}">
      <dgm:prSet/>
      <dgm:spPr/>
      <dgm:t>
        <a:bodyPr/>
        <a:lstStyle/>
        <a:p>
          <a:endParaRPr lang="en-US"/>
        </a:p>
      </dgm:t>
    </dgm:pt>
    <dgm:pt modelId="{C893DFC1-F8C4-4CC1-A314-60C8FC6231AE}">
      <dgm:prSet/>
      <dgm:spPr/>
      <dgm:t>
        <a:bodyPr/>
        <a:lstStyle/>
        <a:p>
          <a:r>
            <a:rPr lang="en-GB" dirty="0"/>
            <a:t>Model Trained on 500 images</a:t>
          </a:r>
          <a:endParaRPr lang="en-US" dirty="0"/>
        </a:p>
      </dgm:t>
    </dgm:pt>
    <dgm:pt modelId="{91A0CA44-5322-4E3E-BFA0-15057D8E9B39}" type="parTrans" cxnId="{3C4D95B8-2372-405D-9D1C-D3B1B4EE3A18}">
      <dgm:prSet/>
      <dgm:spPr/>
      <dgm:t>
        <a:bodyPr/>
        <a:lstStyle/>
        <a:p>
          <a:endParaRPr lang="en-US"/>
        </a:p>
      </dgm:t>
    </dgm:pt>
    <dgm:pt modelId="{1DE609B7-48B5-42F9-9A28-AB08A0DBF257}" type="sibTrans" cxnId="{3C4D95B8-2372-405D-9D1C-D3B1B4EE3A18}">
      <dgm:prSet/>
      <dgm:spPr/>
      <dgm:t>
        <a:bodyPr/>
        <a:lstStyle/>
        <a:p>
          <a:endParaRPr lang="en-US"/>
        </a:p>
      </dgm:t>
    </dgm:pt>
    <dgm:pt modelId="{E12C84DE-EE00-4C47-B7D8-4CF6B1859EDC}">
      <dgm:prSet/>
      <dgm:spPr/>
      <dgm:t>
        <a:bodyPr/>
        <a:lstStyle/>
        <a:p>
          <a:r>
            <a:rPr lang="en-GB" dirty="0"/>
            <a:t>Model Implemented for helmets</a:t>
          </a:r>
          <a:endParaRPr lang="en-US" dirty="0"/>
        </a:p>
      </dgm:t>
    </dgm:pt>
    <dgm:pt modelId="{538EC088-219F-44AB-83EC-9A696279A0A0}" type="parTrans" cxnId="{96C84DBB-5EE2-4495-BF21-FD58C258A1C4}">
      <dgm:prSet/>
      <dgm:spPr/>
      <dgm:t>
        <a:bodyPr/>
        <a:lstStyle/>
        <a:p>
          <a:endParaRPr lang="en-US"/>
        </a:p>
      </dgm:t>
    </dgm:pt>
    <dgm:pt modelId="{DF93DF6E-1B3A-47C8-AFC4-C2B323BC3096}" type="sibTrans" cxnId="{96C84DBB-5EE2-4495-BF21-FD58C258A1C4}">
      <dgm:prSet/>
      <dgm:spPr/>
      <dgm:t>
        <a:bodyPr/>
        <a:lstStyle/>
        <a:p>
          <a:endParaRPr lang="en-US"/>
        </a:p>
      </dgm:t>
    </dgm:pt>
    <dgm:pt modelId="{2E58586B-EC3A-4B69-A668-E2191E93A2AB}">
      <dgm:prSet/>
      <dgm:spPr/>
      <dgm:t>
        <a:bodyPr/>
        <a:lstStyle/>
        <a:p>
          <a:r>
            <a:rPr lang="en-GB" dirty="0"/>
            <a:t>First Official Release</a:t>
          </a:r>
          <a:endParaRPr lang="en-US" dirty="0"/>
        </a:p>
      </dgm:t>
    </dgm:pt>
    <dgm:pt modelId="{E17F6674-B81E-4F0C-B525-FAE8A5021BC2}" type="parTrans" cxnId="{114B8138-CA57-4877-90AE-20CA26186514}">
      <dgm:prSet/>
      <dgm:spPr/>
      <dgm:t>
        <a:bodyPr/>
        <a:lstStyle/>
        <a:p>
          <a:endParaRPr lang="en-US"/>
        </a:p>
      </dgm:t>
    </dgm:pt>
    <dgm:pt modelId="{8B384019-2C5D-4853-A3ED-79E835871008}" type="sibTrans" cxnId="{114B8138-CA57-4877-90AE-20CA26186514}">
      <dgm:prSet/>
      <dgm:spPr/>
      <dgm:t>
        <a:bodyPr/>
        <a:lstStyle/>
        <a:p>
          <a:endParaRPr lang="en-US"/>
        </a:p>
      </dgm:t>
    </dgm:pt>
    <dgm:pt modelId="{D8C8F105-E23C-45CC-BF37-EF5019979644}" type="pres">
      <dgm:prSet presAssocID="{310C5AED-499C-4509-A31A-3E770F80D6AC}" presName="Name0" presStyleCnt="0">
        <dgm:presLayoutVars>
          <dgm:dir/>
          <dgm:resizeHandles val="exact"/>
        </dgm:presLayoutVars>
      </dgm:prSet>
      <dgm:spPr/>
    </dgm:pt>
    <dgm:pt modelId="{73DBE013-C453-4A91-BFAA-7EC6722C5BCD}" type="pres">
      <dgm:prSet presAssocID="{0D794B57-6B83-4926-8AC7-B3E2B87F5D06}" presName="node" presStyleLbl="node1" presStyleIdx="0" presStyleCnt="6">
        <dgm:presLayoutVars>
          <dgm:bulletEnabled val="1"/>
        </dgm:presLayoutVars>
      </dgm:prSet>
      <dgm:spPr/>
    </dgm:pt>
    <dgm:pt modelId="{F66EF466-847B-49CB-B3A0-4E9A2ADE891C}" type="pres">
      <dgm:prSet presAssocID="{CAE3D534-0120-4446-9EA5-13C50498B81C}" presName="sibTrans" presStyleLbl="sibTrans1D1" presStyleIdx="0" presStyleCnt="5"/>
      <dgm:spPr/>
    </dgm:pt>
    <dgm:pt modelId="{43E95873-08F3-4B60-9522-DCFFF2E332E5}" type="pres">
      <dgm:prSet presAssocID="{CAE3D534-0120-4446-9EA5-13C50498B81C}" presName="connectorText" presStyleLbl="sibTrans1D1" presStyleIdx="0" presStyleCnt="5"/>
      <dgm:spPr/>
    </dgm:pt>
    <dgm:pt modelId="{89D45EF4-9B2C-4EC1-B2B7-9AB78B964D54}" type="pres">
      <dgm:prSet presAssocID="{1A9563B8-02DA-4724-98BB-8C5A024A59FF}" presName="node" presStyleLbl="node1" presStyleIdx="1" presStyleCnt="6">
        <dgm:presLayoutVars>
          <dgm:bulletEnabled val="1"/>
        </dgm:presLayoutVars>
      </dgm:prSet>
      <dgm:spPr/>
    </dgm:pt>
    <dgm:pt modelId="{0DB3E687-1539-4E5C-B5F0-E970A0F6B5C3}" type="pres">
      <dgm:prSet presAssocID="{36250D64-D81B-434B-B177-3C3F5B4751EF}" presName="sibTrans" presStyleLbl="sibTrans1D1" presStyleIdx="1" presStyleCnt="5"/>
      <dgm:spPr/>
    </dgm:pt>
    <dgm:pt modelId="{94F8B76B-2C97-4AFB-8C41-5E35C5E31C0D}" type="pres">
      <dgm:prSet presAssocID="{36250D64-D81B-434B-B177-3C3F5B4751EF}" presName="connectorText" presStyleLbl="sibTrans1D1" presStyleIdx="1" presStyleCnt="5"/>
      <dgm:spPr/>
    </dgm:pt>
    <dgm:pt modelId="{D004A898-25CE-4F62-9A8E-5E1E641CFF63}" type="pres">
      <dgm:prSet presAssocID="{8653967F-5B3C-4416-BFD2-1D748B3E1364}" presName="node" presStyleLbl="node1" presStyleIdx="2" presStyleCnt="6">
        <dgm:presLayoutVars>
          <dgm:bulletEnabled val="1"/>
        </dgm:presLayoutVars>
      </dgm:prSet>
      <dgm:spPr/>
    </dgm:pt>
    <dgm:pt modelId="{3B91E594-490E-4611-8172-79EF88345F59}" type="pres">
      <dgm:prSet presAssocID="{8B5538BF-8737-4056-B8D4-E3B1FE1EC428}" presName="sibTrans" presStyleLbl="sibTrans1D1" presStyleIdx="2" presStyleCnt="5"/>
      <dgm:spPr/>
    </dgm:pt>
    <dgm:pt modelId="{842C5D19-93CF-44A7-93F9-EF8E3BD3B443}" type="pres">
      <dgm:prSet presAssocID="{8B5538BF-8737-4056-B8D4-E3B1FE1EC428}" presName="connectorText" presStyleLbl="sibTrans1D1" presStyleIdx="2" presStyleCnt="5"/>
      <dgm:spPr/>
    </dgm:pt>
    <dgm:pt modelId="{AA7A22F5-E5FF-4692-8DC8-4F70976C6B4A}" type="pres">
      <dgm:prSet presAssocID="{C893DFC1-F8C4-4CC1-A314-60C8FC6231AE}" presName="node" presStyleLbl="node1" presStyleIdx="3" presStyleCnt="6">
        <dgm:presLayoutVars>
          <dgm:bulletEnabled val="1"/>
        </dgm:presLayoutVars>
      </dgm:prSet>
      <dgm:spPr/>
    </dgm:pt>
    <dgm:pt modelId="{4A21EF63-2C8B-4EA7-A183-F3E63BD5382B}" type="pres">
      <dgm:prSet presAssocID="{1DE609B7-48B5-42F9-9A28-AB08A0DBF257}" presName="sibTrans" presStyleLbl="sibTrans1D1" presStyleIdx="3" presStyleCnt="5"/>
      <dgm:spPr/>
    </dgm:pt>
    <dgm:pt modelId="{C704F880-288E-43A0-94F7-CD83A3B82418}" type="pres">
      <dgm:prSet presAssocID="{1DE609B7-48B5-42F9-9A28-AB08A0DBF257}" presName="connectorText" presStyleLbl="sibTrans1D1" presStyleIdx="3" presStyleCnt="5"/>
      <dgm:spPr/>
    </dgm:pt>
    <dgm:pt modelId="{D106C643-60C1-4C17-87E2-4586395B07E8}" type="pres">
      <dgm:prSet presAssocID="{E12C84DE-EE00-4C47-B7D8-4CF6B1859EDC}" presName="node" presStyleLbl="node1" presStyleIdx="4" presStyleCnt="6">
        <dgm:presLayoutVars>
          <dgm:bulletEnabled val="1"/>
        </dgm:presLayoutVars>
      </dgm:prSet>
      <dgm:spPr/>
    </dgm:pt>
    <dgm:pt modelId="{4C7DCDE3-BA83-4ECD-B552-22B8F630D527}" type="pres">
      <dgm:prSet presAssocID="{DF93DF6E-1B3A-47C8-AFC4-C2B323BC3096}" presName="sibTrans" presStyleLbl="sibTrans1D1" presStyleIdx="4" presStyleCnt="5"/>
      <dgm:spPr/>
    </dgm:pt>
    <dgm:pt modelId="{E16F0AAE-C476-43D9-8FA3-28CE893C14BE}" type="pres">
      <dgm:prSet presAssocID="{DF93DF6E-1B3A-47C8-AFC4-C2B323BC3096}" presName="connectorText" presStyleLbl="sibTrans1D1" presStyleIdx="4" presStyleCnt="5"/>
      <dgm:spPr/>
    </dgm:pt>
    <dgm:pt modelId="{6AC9EB11-ECFA-4A5F-96CD-782DD0A29363}" type="pres">
      <dgm:prSet presAssocID="{2E58586B-EC3A-4B69-A668-E2191E93A2AB}" presName="node" presStyleLbl="node1" presStyleIdx="5" presStyleCnt="6">
        <dgm:presLayoutVars>
          <dgm:bulletEnabled val="1"/>
        </dgm:presLayoutVars>
      </dgm:prSet>
      <dgm:spPr/>
    </dgm:pt>
  </dgm:ptLst>
  <dgm:cxnLst>
    <dgm:cxn modelId="{D8BB6F0A-0D7E-4EC2-8E14-EC15FD8FAC75}" type="presOf" srcId="{DF93DF6E-1B3A-47C8-AFC4-C2B323BC3096}" destId="{4C7DCDE3-BA83-4ECD-B552-22B8F630D527}" srcOrd="0" destOrd="0" presId="urn:microsoft.com/office/officeart/2016/7/layout/RepeatingBendingProcessNew"/>
    <dgm:cxn modelId="{350A690B-6632-4EDF-9ECF-1AA3ECC7B7E0}" type="presOf" srcId="{2E58586B-EC3A-4B69-A668-E2191E93A2AB}" destId="{6AC9EB11-ECFA-4A5F-96CD-782DD0A29363}" srcOrd="0" destOrd="0" presId="urn:microsoft.com/office/officeart/2016/7/layout/RepeatingBendingProcessNew"/>
    <dgm:cxn modelId="{54E8FA0E-E0B0-423D-BD08-925D8C2E232E}" type="presOf" srcId="{8653967F-5B3C-4416-BFD2-1D748B3E1364}" destId="{D004A898-25CE-4F62-9A8E-5E1E641CFF63}" srcOrd="0" destOrd="0" presId="urn:microsoft.com/office/officeart/2016/7/layout/RepeatingBendingProcessNew"/>
    <dgm:cxn modelId="{46264616-91D0-4109-99D1-92553A8DC64F}" type="presOf" srcId="{1DE609B7-48B5-42F9-9A28-AB08A0DBF257}" destId="{C704F880-288E-43A0-94F7-CD83A3B82418}" srcOrd="1" destOrd="0" presId="urn:microsoft.com/office/officeart/2016/7/layout/RepeatingBendingProcessNew"/>
    <dgm:cxn modelId="{7939A716-6D71-41DF-AE6E-000E8FB80EAE}" srcId="{310C5AED-499C-4509-A31A-3E770F80D6AC}" destId="{8653967F-5B3C-4416-BFD2-1D748B3E1364}" srcOrd="2" destOrd="0" parTransId="{C0B1D06F-1CEF-4185-94E9-718B10637605}" sibTransId="{8B5538BF-8737-4056-B8D4-E3B1FE1EC428}"/>
    <dgm:cxn modelId="{0740722B-91E9-4E3D-8E5C-B83B97E8C957}" type="presOf" srcId="{8B5538BF-8737-4056-B8D4-E3B1FE1EC428}" destId="{842C5D19-93CF-44A7-93F9-EF8E3BD3B443}" srcOrd="1" destOrd="0" presId="urn:microsoft.com/office/officeart/2016/7/layout/RepeatingBendingProcessNew"/>
    <dgm:cxn modelId="{FAA89F37-C765-4764-9FE3-D7B639E6698F}" type="presOf" srcId="{DF93DF6E-1B3A-47C8-AFC4-C2B323BC3096}" destId="{E16F0AAE-C476-43D9-8FA3-28CE893C14BE}" srcOrd="1" destOrd="0" presId="urn:microsoft.com/office/officeart/2016/7/layout/RepeatingBendingProcessNew"/>
    <dgm:cxn modelId="{114B8138-CA57-4877-90AE-20CA26186514}" srcId="{310C5AED-499C-4509-A31A-3E770F80D6AC}" destId="{2E58586B-EC3A-4B69-A668-E2191E93A2AB}" srcOrd="5" destOrd="0" parTransId="{E17F6674-B81E-4F0C-B525-FAE8A5021BC2}" sibTransId="{8B384019-2C5D-4853-A3ED-79E835871008}"/>
    <dgm:cxn modelId="{C4573765-54FA-4FE5-9550-12274ABD97DF}" type="presOf" srcId="{36250D64-D81B-434B-B177-3C3F5B4751EF}" destId="{0DB3E687-1539-4E5C-B5F0-E970A0F6B5C3}" srcOrd="0" destOrd="0" presId="urn:microsoft.com/office/officeart/2016/7/layout/RepeatingBendingProcessNew"/>
    <dgm:cxn modelId="{C6469848-2B38-474F-BFD5-E33E38406D7E}" type="presOf" srcId="{CAE3D534-0120-4446-9EA5-13C50498B81C}" destId="{43E95873-08F3-4B60-9522-DCFFF2E332E5}" srcOrd="1" destOrd="0" presId="urn:microsoft.com/office/officeart/2016/7/layout/RepeatingBendingProcessNew"/>
    <dgm:cxn modelId="{685AB24B-98DE-444B-AB72-6199C65AD687}" type="presOf" srcId="{E12C84DE-EE00-4C47-B7D8-4CF6B1859EDC}" destId="{D106C643-60C1-4C17-87E2-4586395B07E8}" srcOrd="0" destOrd="0" presId="urn:microsoft.com/office/officeart/2016/7/layout/RepeatingBendingProcessNew"/>
    <dgm:cxn modelId="{848EFA6D-F77A-45EA-A76B-D766B2D21640}" srcId="{310C5AED-499C-4509-A31A-3E770F80D6AC}" destId="{0D794B57-6B83-4926-8AC7-B3E2B87F5D06}" srcOrd="0" destOrd="0" parTransId="{615D1EAE-5C27-4E2B-83F9-67A3D7B1E161}" sibTransId="{CAE3D534-0120-4446-9EA5-13C50498B81C}"/>
    <dgm:cxn modelId="{E72D506E-181A-41A5-BED3-7C1025AD7574}" type="presOf" srcId="{0D794B57-6B83-4926-8AC7-B3E2B87F5D06}" destId="{73DBE013-C453-4A91-BFAA-7EC6722C5BCD}" srcOrd="0" destOrd="0" presId="urn:microsoft.com/office/officeart/2016/7/layout/RepeatingBendingProcessNew"/>
    <dgm:cxn modelId="{C6E0677B-8A51-4250-A710-1D618E981901}" type="presOf" srcId="{C893DFC1-F8C4-4CC1-A314-60C8FC6231AE}" destId="{AA7A22F5-E5FF-4692-8DC8-4F70976C6B4A}" srcOrd="0" destOrd="0" presId="urn:microsoft.com/office/officeart/2016/7/layout/RepeatingBendingProcessNew"/>
    <dgm:cxn modelId="{1BAA6595-AF53-4708-A4EC-EE157DA9DC4F}" type="presOf" srcId="{1A9563B8-02DA-4724-98BB-8C5A024A59FF}" destId="{89D45EF4-9B2C-4EC1-B2B7-9AB78B964D54}" srcOrd="0" destOrd="0" presId="urn:microsoft.com/office/officeart/2016/7/layout/RepeatingBendingProcessNew"/>
    <dgm:cxn modelId="{CD1378A4-8445-4A06-83CA-DD06CA6ADF9D}" type="presOf" srcId="{36250D64-D81B-434B-B177-3C3F5B4751EF}" destId="{94F8B76B-2C97-4AFB-8C41-5E35C5E31C0D}" srcOrd="1" destOrd="0" presId="urn:microsoft.com/office/officeart/2016/7/layout/RepeatingBendingProcessNew"/>
    <dgm:cxn modelId="{505DBFA5-6429-48E8-A825-06A4AA69B869}" srcId="{310C5AED-499C-4509-A31A-3E770F80D6AC}" destId="{1A9563B8-02DA-4724-98BB-8C5A024A59FF}" srcOrd="1" destOrd="0" parTransId="{8AA16C7A-44F5-49BD-9250-8CA19EAE2231}" sibTransId="{36250D64-D81B-434B-B177-3C3F5B4751EF}"/>
    <dgm:cxn modelId="{33AC72B8-1453-4BFF-9ADD-DA37F0DB5501}" type="presOf" srcId="{CAE3D534-0120-4446-9EA5-13C50498B81C}" destId="{F66EF466-847B-49CB-B3A0-4E9A2ADE891C}" srcOrd="0" destOrd="0" presId="urn:microsoft.com/office/officeart/2016/7/layout/RepeatingBendingProcessNew"/>
    <dgm:cxn modelId="{3C4D95B8-2372-405D-9D1C-D3B1B4EE3A18}" srcId="{310C5AED-499C-4509-A31A-3E770F80D6AC}" destId="{C893DFC1-F8C4-4CC1-A314-60C8FC6231AE}" srcOrd="3" destOrd="0" parTransId="{91A0CA44-5322-4E3E-BFA0-15057D8E9B39}" sibTransId="{1DE609B7-48B5-42F9-9A28-AB08A0DBF257}"/>
    <dgm:cxn modelId="{A6F0E5B9-6419-4642-AA7D-AFBC79C9735E}" type="presOf" srcId="{1DE609B7-48B5-42F9-9A28-AB08A0DBF257}" destId="{4A21EF63-2C8B-4EA7-A183-F3E63BD5382B}" srcOrd="0" destOrd="0" presId="urn:microsoft.com/office/officeart/2016/7/layout/RepeatingBendingProcessNew"/>
    <dgm:cxn modelId="{96C84DBB-5EE2-4495-BF21-FD58C258A1C4}" srcId="{310C5AED-499C-4509-A31A-3E770F80D6AC}" destId="{E12C84DE-EE00-4C47-B7D8-4CF6B1859EDC}" srcOrd="4" destOrd="0" parTransId="{538EC088-219F-44AB-83EC-9A696279A0A0}" sibTransId="{DF93DF6E-1B3A-47C8-AFC4-C2B323BC3096}"/>
    <dgm:cxn modelId="{AC7FADBE-739E-473B-8559-AC87F6B5C237}" type="presOf" srcId="{8B5538BF-8737-4056-B8D4-E3B1FE1EC428}" destId="{3B91E594-490E-4611-8172-79EF88345F59}" srcOrd="0" destOrd="0" presId="urn:microsoft.com/office/officeart/2016/7/layout/RepeatingBendingProcessNew"/>
    <dgm:cxn modelId="{B4470BED-8BF5-4064-B3C4-F58439A36EF9}" type="presOf" srcId="{310C5AED-499C-4509-A31A-3E770F80D6AC}" destId="{D8C8F105-E23C-45CC-BF37-EF5019979644}" srcOrd="0" destOrd="0" presId="urn:microsoft.com/office/officeart/2016/7/layout/RepeatingBendingProcessNew"/>
    <dgm:cxn modelId="{187F6B23-76B3-419E-AD59-1C65B4AF5FC2}" type="presParOf" srcId="{D8C8F105-E23C-45CC-BF37-EF5019979644}" destId="{73DBE013-C453-4A91-BFAA-7EC6722C5BCD}" srcOrd="0" destOrd="0" presId="urn:microsoft.com/office/officeart/2016/7/layout/RepeatingBendingProcessNew"/>
    <dgm:cxn modelId="{DCFE8C58-4CAC-4186-A8DD-C53207DC8294}" type="presParOf" srcId="{D8C8F105-E23C-45CC-BF37-EF5019979644}" destId="{F66EF466-847B-49CB-B3A0-4E9A2ADE891C}" srcOrd="1" destOrd="0" presId="urn:microsoft.com/office/officeart/2016/7/layout/RepeatingBendingProcessNew"/>
    <dgm:cxn modelId="{13D60ADC-0B1E-4F34-ACC8-1EB96EFC005D}" type="presParOf" srcId="{F66EF466-847B-49CB-B3A0-4E9A2ADE891C}" destId="{43E95873-08F3-4B60-9522-DCFFF2E332E5}" srcOrd="0" destOrd="0" presId="urn:microsoft.com/office/officeart/2016/7/layout/RepeatingBendingProcessNew"/>
    <dgm:cxn modelId="{342BCF3B-8CB7-4D38-9762-BF3FD88CD707}" type="presParOf" srcId="{D8C8F105-E23C-45CC-BF37-EF5019979644}" destId="{89D45EF4-9B2C-4EC1-B2B7-9AB78B964D54}" srcOrd="2" destOrd="0" presId="urn:microsoft.com/office/officeart/2016/7/layout/RepeatingBendingProcessNew"/>
    <dgm:cxn modelId="{E333C552-694F-4D3D-88CD-6FC63675D0E7}" type="presParOf" srcId="{D8C8F105-E23C-45CC-BF37-EF5019979644}" destId="{0DB3E687-1539-4E5C-B5F0-E970A0F6B5C3}" srcOrd="3" destOrd="0" presId="urn:microsoft.com/office/officeart/2016/7/layout/RepeatingBendingProcessNew"/>
    <dgm:cxn modelId="{130F1812-5366-4CC6-8333-95C896E781B4}" type="presParOf" srcId="{0DB3E687-1539-4E5C-B5F0-E970A0F6B5C3}" destId="{94F8B76B-2C97-4AFB-8C41-5E35C5E31C0D}" srcOrd="0" destOrd="0" presId="urn:microsoft.com/office/officeart/2016/7/layout/RepeatingBendingProcessNew"/>
    <dgm:cxn modelId="{1B6AB185-4194-43FB-83FA-E3B6F7B52585}" type="presParOf" srcId="{D8C8F105-E23C-45CC-BF37-EF5019979644}" destId="{D004A898-25CE-4F62-9A8E-5E1E641CFF63}" srcOrd="4" destOrd="0" presId="urn:microsoft.com/office/officeart/2016/7/layout/RepeatingBendingProcessNew"/>
    <dgm:cxn modelId="{6CDBFF7A-F3CB-4BE7-8272-2FFAC2243BDF}" type="presParOf" srcId="{D8C8F105-E23C-45CC-BF37-EF5019979644}" destId="{3B91E594-490E-4611-8172-79EF88345F59}" srcOrd="5" destOrd="0" presId="urn:microsoft.com/office/officeart/2016/7/layout/RepeatingBendingProcessNew"/>
    <dgm:cxn modelId="{824FA566-5EF7-4498-B08F-E1354A083D49}" type="presParOf" srcId="{3B91E594-490E-4611-8172-79EF88345F59}" destId="{842C5D19-93CF-44A7-93F9-EF8E3BD3B443}" srcOrd="0" destOrd="0" presId="urn:microsoft.com/office/officeart/2016/7/layout/RepeatingBendingProcessNew"/>
    <dgm:cxn modelId="{926E1C09-EDEF-4974-B093-E818C1C01B5D}" type="presParOf" srcId="{D8C8F105-E23C-45CC-BF37-EF5019979644}" destId="{AA7A22F5-E5FF-4692-8DC8-4F70976C6B4A}" srcOrd="6" destOrd="0" presId="urn:microsoft.com/office/officeart/2016/7/layout/RepeatingBendingProcessNew"/>
    <dgm:cxn modelId="{98F098CB-67DF-4B9E-A797-4B6EF606A9C6}" type="presParOf" srcId="{D8C8F105-E23C-45CC-BF37-EF5019979644}" destId="{4A21EF63-2C8B-4EA7-A183-F3E63BD5382B}" srcOrd="7" destOrd="0" presId="urn:microsoft.com/office/officeart/2016/7/layout/RepeatingBendingProcessNew"/>
    <dgm:cxn modelId="{23A2577C-B6BA-462F-9691-AA1E59C2984E}" type="presParOf" srcId="{4A21EF63-2C8B-4EA7-A183-F3E63BD5382B}" destId="{C704F880-288E-43A0-94F7-CD83A3B82418}" srcOrd="0" destOrd="0" presId="urn:microsoft.com/office/officeart/2016/7/layout/RepeatingBendingProcessNew"/>
    <dgm:cxn modelId="{A5F8139F-F111-4231-90CE-DA292E72681F}" type="presParOf" srcId="{D8C8F105-E23C-45CC-BF37-EF5019979644}" destId="{D106C643-60C1-4C17-87E2-4586395B07E8}" srcOrd="8" destOrd="0" presId="urn:microsoft.com/office/officeart/2016/7/layout/RepeatingBendingProcessNew"/>
    <dgm:cxn modelId="{7B16F47E-379D-4236-89F1-5304625086C8}" type="presParOf" srcId="{D8C8F105-E23C-45CC-BF37-EF5019979644}" destId="{4C7DCDE3-BA83-4ECD-B552-22B8F630D527}" srcOrd="9" destOrd="0" presId="urn:microsoft.com/office/officeart/2016/7/layout/RepeatingBendingProcessNew"/>
    <dgm:cxn modelId="{663A3D70-303D-461C-8645-88B8E23EDB6A}" type="presParOf" srcId="{4C7DCDE3-BA83-4ECD-B552-22B8F630D527}" destId="{E16F0AAE-C476-43D9-8FA3-28CE893C14BE}" srcOrd="0" destOrd="0" presId="urn:microsoft.com/office/officeart/2016/7/layout/RepeatingBendingProcessNew"/>
    <dgm:cxn modelId="{4A2AA56E-D1E0-4D7A-A526-A60F27990197}" type="presParOf" srcId="{D8C8F105-E23C-45CC-BF37-EF5019979644}" destId="{6AC9EB11-ECFA-4A5F-96CD-782DD0A2936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2772AE-9294-4313-8D3B-7D4045E9491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75C0FD-244D-472F-A1B9-02BC98B20FCC}">
      <dgm:prSet/>
      <dgm:spPr/>
      <dgm:t>
        <a:bodyPr/>
        <a:lstStyle/>
        <a:p>
          <a:r>
            <a:rPr lang="en-GB"/>
            <a:t>Netwatch logo: </a:t>
          </a:r>
          <a:r>
            <a:rPr lang="en-GB">
              <a:hlinkClick xmlns:r="http://schemas.openxmlformats.org/officeDocument/2006/relationships" r:id="rId1"/>
            </a:rPr>
            <a:t>www.netwatchsystem.com</a:t>
          </a:r>
          <a:endParaRPr lang="en-US"/>
        </a:p>
      </dgm:t>
    </dgm:pt>
    <dgm:pt modelId="{A1500B65-F95C-451A-9047-836BF9E7DC6C}" type="parTrans" cxnId="{73837314-75E2-46D5-8A86-532C464409B2}">
      <dgm:prSet/>
      <dgm:spPr/>
      <dgm:t>
        <a:bodyPr/>
        <a:lstStyle/>
        <a:p>
          <a:endParaRPr lang="en-US"/>
        </a:p>
      </dgm:t>
    </dgm:pt>
    <dgm:pt modelId="{2A1016DB-3CE7-4B71-8AF2-AED1367611CE}" type="sibTrans" cxnId="{73837314-75E2-46D5-8A86-532C464409B2}">
      <dgm:prSet/>
      <dgm:spPr/>
      <dgm:t>
        <a:bodyPr/>
        <a:lstStyle/>
        <a:p>
          <a:endParaRPr lang="en-US"/>
        </a:p>
      </dgm:t>
    </dgm:pt>
    <dgm:pt modelId="{8E04B1E9-3D14-4D43-BDF3-CA02C5D5490E}">
      <dgm:prSet/>
      <dgm:spPr/>
      <dgm:t>
        <a:bodyPr/>
        <a:lstStyle/>
        <a:p>
          <a:r>
            <a:rPr lang="en-GB"/>
            <a:t>SiteSafeAi logo creation: </a:t>
          </a:r>
          <a:r>
            <a:rPr lang="en-GB">
              <a:hlinkClick xmlns:r="http://schemas.openxmlformats.org/officeDocument/2006/relationships" r:id="rId2"/>
            </a:rPr>
            <a:t>www.canva.com</a:t>
          </a:r>
          <a:endParaRPr lang="en-US"/>
        </a:p>
      </dgm:t>
    </dgm:pt>
    <dgm:pt modelId="{B1812C61-88D4-4D8E-8FD1-20EF25C45D82}" type="parTrans" cxnId="{9DC41C98-9DC0-4F87-BED5-57B8DD7CBD15}">
      <dgm:prSet/>
      <dgm:spPr/>
      <dgm:t>
        <a:bodyPr/>
        <a:lstStyle/>
        <a:p>
          <a:endParaRPr lang="en-US"/>
        </a:p>
      </dgm:t>
    </dgm:pt>
    <dgm:pt modelId="{0BB19DB2-F697-4E6C-BBC6-2A60847300B3}" type="sibTrans" cxnId="{9DC41C98-9DC0-4F87-BED5-57B8DD7CBD15}">
      <dgm:prSet/>
      <dgm:spPr/>
      <dgm:t>
        <a:bodyPr/>
        <a:lstStyle/>
        <a:p>
          <a:endParaRPr lang="en-US"/>
        </a:p>
      </dgm:t>
    </dgm:pt>
    <dgm:pt modelId="{7163F3EB-CF6B-40C6-9800-F0BBA6BFAAF6}">
      <dgm:prSet/>
      <dgm:spPr/>
      <dgm:t>
        <a:bodyPr/>
        <a:lstStyle/>
        <a:p>
          <a:r>
            <a:rPr lang="en-GB"/>
            <a:t>Context diagram creation: </a:t>
          </a:r>
          <a:r>
            <a:rPr lang="en-GB">
              <a:hlinkClick xmlns:r="http://schemas.openxmlformats.org/officeDocument/2006/relationships" r:id="rId3"/>
            </a:rPr>
            <a:t>www.creately.com</a:t>
          </a:r>
          <a:endParaRPr lang="en-US"/>
        </a:p>
      </dgm:t>
    </dgm:pt>
    <dgm:pt modelId="{3DF0F64E-378F-4FB9-9F3D-ADF6D05A5F76}" type="parTrans" cxnId="{42573BEF-5D19-446C-AC50-3E83A43CC4DA}">
      <dgm:prSet/>
      <dgm:spPr/>
      <dgm:t>
        <a:bodyPr/>
        <a:lstStyle/>
        <a:p>
          <a:endParaRPr lang="en-US"/>
        </a:p>
      </dgm:t>
    </dgm:pt>
    <dgm:pt modelId="{0A5202D6-5205-4302-9701-2A4BCBE35293}" type="sibTrans" cxnId="{42573BEF-5D19-446C-AC50-3E83A43CC4DA}">
      <dgm:prSet/>
      <dgm:spPr/>
      <dgm:t>
        <a:bodyPr/>
        <a:lstStyle/>
        <a:p>
          <a:endParaRPr lang="en-US"/>
        </a:p>
      </dgm:t>
    </dgm:pt>
    <dgm:pt modelId="{8755530F-F9EC-474B-B203-138FA137966D}">
      <dgm:prSet/>
      <dgm:spPr/>
      <dgm:t>
        <a:bodyPr/>
        <a:lstStyle/>
        <a:p>
          <a:r>
            <a:rPr lang="en-GB"/>
            <a:t>Technology logos: </a:t>
          </a:r>
          <a:r>
            <a:rPr lang="en-GB">
              <a:hlinkClick xmlns:r="http://schemas.openxmlformats.org/officeDocument/2006/relationships" r:id="rId4"/>
            </a:rPr>
            <a:t>www.iconscout.com</a:t>
          </a:r>
          <a:endParaRPr lang="en-US"/>
        </a:p>
      </dgm:t>
    </dgm:pt>
    <dgm:pt modelId="{5D2A8444-E026-40AE-A03A-113380E621D3}" type="parTrans" cxnId="{C03FC157-74AA-4F68-8C86-B52EF34700AB}">
      <dgm:prSet/>
      <dgm:spPr/>
      <dgm:t>
        <a:bodyPr/>
        <a:lstStyle/>
        <a:p>
          <a:endParaRPr lang="en-US"/>
        </a:p>
      </dgm:t>
    </dgm:pt>
    <dgm:pt modelId="{FDB55F70-6603-4CA7-B280-9F802FA2CB8E}" type="sibTrans" cxnId="{C03FC157-74AA-4F68-8C86-B52EF34700AB}">
      <dgm:prSet/>
      <dgm:spPr/>
      <dgm:t>
        <a:bodyPr/>
        <a:lstStyle/>
        <a:p>
          <a:endParaRPr lang="en-US"/>
        </a:p>
      </dgm:t>
    </dgm:pt>
    <dgm:pt modelId="{CF3E0C8F-121A-4503-AB0E-6BB2C96421E5}">
      <dgm:prSet/>
      <dgm:spPr/>
      <dgm:t>
        <a:bodyPr/>
        <a:lstStyle/>
        <a:p>
          <a:r>
            <a:rPr lang="en-GB"/>
            <a:t>Similar company: </a:t>
          </a:r>
          <a:r>
            <a:rPr lang="en-GB">
              <a:hlinkClick xmlns:r="http://schemas.openxmlformats.org/officeDocument/2006/relationships" r:id="rId5"/>
            </a:rPr>
            <a:t>www.synaedge.com/en</a:t>
          </a:r>
          <a:endParaRPr lang="en-US"/>
        </a:p>
      </dgm:t>
    </dgm:pt>
    <dgm:pt modelId="{348B9A55-B7CF-4AA6-BD4B-A49729B7B691}" type="parTrans" cxnId="{BBE267A2-EDED-4611-B598-C9B83893AB98}">
      <dgm:prSet/>
      <dgm:spPr/>
      <dgm:t>
        <a:bodyPr/>
        <a:lstStyle/>
        <a:p>
          <a:endParaRPr lang="en-US"/>
        </a:p>
      </dgm:t>
    </dgm:pt>
    <dgm:pt modelId="{E7FFB303-5B83-4E9E-988F-BFDE76F60485}" type="sibTrans" cxnId="{BBE267A2-EDED-4611-B598-C9B83893AB98}">
      <dgm:prSet/>
      <dgm:spPr/>
      <dgm:t>
        <a:bodyPr/>
        <a:lstStyle/>
        <a:p>
          <a:endParaRPr lang="en-US"/>
        </a:p>
      </dgm:t>
    </dgm:pt>
    <dgm:pt modelId="{9FA9FD06-D521-4402-B660-03EADF7F19B1}">
      <dgm:prSet/>
      <dgm:spPr/>
      <dgm:t>
        <a:bodyPr/>
        <a:lstStyle/>
        <a:p>
          <a:r>
            <a:rPr lang="en-GB"/>
            <a:t>Frisbys Homes logo: </a:t>
          </a:r>
          <a:r>
            <a:rPr lang="en-GB">
              <a:hlinkClick xmlns:r="http://schemas.openxmlformats.org/officeDocument/2006/relationships" r:id="rId6"/>
            </a:rPr>
            <a:t>www.frisbyhomes.com</a:t>
          </a:r>
          <a:endParaRPr lang="en-US"/>
        </a:p>
      </dgm:t>
    </dgm:pt>
    <dgm:pt modelId="{63DD4D77-B4FA-4DBB-99AE-CE79C186505F}" type="parTrans" cxnId="{63A5999D-DB29-48C2-A74E-C474346832CA}">
      <dgm:prSet/>
      <dgm:spPr/>
      <dgm:t>
        <a:bodyPr/>
        <a:lstStyle/>
        <a:p>
          <a:endParaRPr lang="en-US"/>
        </a:p>
      </dgm:t>
    </dgm:pt>
    <dgm:pt modelId="{29523147-D54D-423A-A285-4298F92886BA}" type="sibTrans" cxnId="{63A5999D-DB29-48C2-A74E-C474346832CA}">
      <dgm:prSet/>
      <dgm:spPr/>
      <dgm:t>
        <a:bodyPr/>
        <a:lstStyle/>
        <a:p>
          <a:endParaRPr lang="en-US"/>
        </a:p>
      </dgm:t>
    </dgm:pt>
    <dgm:pt modelId="{18181D53-A9C8-40DA-ADA5-BF3B98997E32}" type="pres">
      <dgm:prSet presAssocID="{0A2772AE-9294-4313-8D3B-7D4045E9491B}" presName="vert0" presStyleCnt="0">
        <dgm:presLayoutVars>
          <dgm:dir/>
          <dgm:animOne val="branch"/>
          <dgm:animLvl val="lvl"/>
        </dgm:presLayoutVars>
      </dgm:prSet>
      <dgm:spPr/>
    </dgm:pt>
    <dgm:pt modelId="{F576D237-D86B-4E74-9A5E-2341DAEC9A8D}" type="pres">
      <dgm:prSet presAssocID="{7C75C0FD-244D-472F-A1B9-02BC98B20FCC}" presName="thickLine" presStyleLbl="alignNode1" presStyleIdx="0" presStyleCnt="6"/>
      <dgm:spPr/>
    </dgm:pt>
    <dgm:pt modelId="{7D2B3E94-D73E-44F2-9C3B-E347D574E238}" type="pres">
      <dgm:prSet presAssocID="{7C75C0FD-244D-472F-A1B9-02BC98B20FCC}" presName="horz1" presStyleCnt="0"/>
      <dgm:spPr/>
    </dgm:pt>
    <dgm:pt modelId="{1EA44391-E4F4-4B52-9752-7D24B77006DD}" type="pres">
      <dgm:prSet presAssocID="{7C75C0FD-244D-472F-A1B9-02BC98B20FCC}" presName="tx1" presStyleLbl="revTx" presStyleIdx="0" presStyleCnt="6"/>
      <dgm:spPr/>
    </dgm:pt>
    <dgm:pt modelId="{6321F83D-D8EF-41B7-B9B4-9894E56EEE4E}" type="pres">
      <dgm:prSet presAssocID="{7C75C0FD-244D-472F-A1B9-02BC98B20FCC}" presName="vert1" presStyleCnt="0"/>
      <dgm:spPr/>
    </dgm:pt>
    <dgm:pt modelId="{42899E16-BFFB-4249-98C9-AD97C212253C}" type="pres">
      <dgm:prSet presAssocID="{8E04B1E9-3D14-4D43-BDF3-CA02C5D5490E}" presName="thickLine" presStyleLbl="alignNode1" presStyleIdx="1" presStyleCnt="6"/>
      <dgm:spPr/>
    </dgm:pt>
    <dgm:pt modelId="{3B887DF0-0356-4118-AE90-2C7BEFF72596}" type="pres">
      <dgm:prSet presAssocID="{8E04B1E9-3D14-4D43-BDF3-CA02C5D5490E}" presName="horz1" presStyleCnt="0"/>
      <dgm:spPr/>
    </dgm:pt>
    <dgm:pt modelId="{B8A61DF9-02A2-48A6-A1FA-B7A4F984EEEB}" type="pres">
      <dgm:prSet presAssocID="{8E04B1E9-3D14-4D43-BDF3-CA02C5D5490E}" presName="tx1" presStyleLbl="revTx" presStyleIdx="1" presStyleCnt="6"/>
      <dgm:spPr/>
    </dgm:pt>
    <dgm:pt modelId="{0D69A0D2-3510-440C-ADEE-0B111285C4B8}" type="pres">
      <dgm:prSet presAssocID="{8E04B1E9-3D14-4D43-BDF3-CA02C5D5490E}" presName="vert1" presStyleCnt="0"/>
      <dgm:spPr/>
    </dgm:pt>
    <dgm:pt modelId="{C2DDD462-9DC5-4C03-83B5-D1B04BB614BB}" type="pres">
      <dgm:prSet presAssocID="{7163F3EB-CF6B-40C6-9800-F0BBA6BFAAF6}" presName="thickLine" presStyleLbl="alignNode1" presStyleIdx="2" presStyleCnt="6"/>
      <dgm:spPr/>
    </dgm:pt>
    <dgm:pt modelId="{4E10D2ED-EBB5-4D51-AF67-6D1B74B50C56}" type="pres">
      <dgm:prSet presAssocID="{7163F3EB-CF6B-40C6-9800-F0BBA6BFAAF6}" presName="horz1" presStyleCnt="0"/>
      <dgm:spPr/>
    </dgm:pt>
    <dgm:pt modelId="{CBFCDBC2-A2DE-402A-B255-66D444A90B4D}" type="pres">
      <dgm:prSet presAssocID="{7163F3EB-CF6B-40C6-9800-F0BBA6BFAAF6}" presName="tx1" presStyleLbl="revTx" presStyleIdx="2" presStyleCnt="6"/>
      <dgm:spPr/>
    </dgm:pt>
    <dgm:pt modelId="{7A9C2675-E4F7-4CFB-9DCC-DDE5D9E6649B}" type="pres">
      <dgm:prSet presAssocID="{7163F3EB-CF6B-40C6-9800-F0BBA6BFAAF6}" presName="vert1" presStyleCnt="0"/>
      <dgm:spPr/>
    </dgm:pt>
    <dgm:pt modelId="{7CC9958B-6A51-4381-9F64-369C1C669D33}" type="pres">
      <dgm:prSet presAssocID="{8755530F-F9EC-474B-B203-138FA137966D}" presName="thickLine" presStyleLbl="alignNode1" presStyleIdx="3" presStyleCnt="6"/>
      <dgm:spPr/>
    </dgm:pt>
    <dgm:pt modelId="{9F61B0B1-B25B-497B-B60D-8CFCC785ED58}" type="pres">
      <dgm:prSet presAssocID="{8755530F-F9EC-474B-B203-138FA137966D}" presName="horz1" presStyleCnt="0"/>
      <dgm:spPr/>
    </dgm:pt>
    <dgm:pt modelId="{B191F5D6-5B9B-4287-AD44-F7F56FEBF56F}" type="pres">
      <dgm:prSet presAssocID="{8755530F-F9EC-474B-B203-138FA137966D}" presName="tx1" presStyleLbl="revTx" presStyleIdx="3" presStyleCnt="6"/>
      <dgm:spPr/>
    </dgm:pt>
    <dgm:pt modelId="{DE433610-4199-4657-A8B6-F96E28A8CEEB}" type="pres">
      <dgm:prSet presAssocID="{8755530F-F9EC-474B-B203-138FA137966D}" presName="vert1" presStyleCnt="0"/>
      <dgm:spPr/>
    </dgm:pt>
    <dgm:pt modelId="{4DFCB8B9-E5D4-4E57-BF7A-7C21BEFB5D8D}" type="pres">
      <dgm:prSet presAssocID="{CF3E0C8F-121A-4503-AB0E-6BB2C96421E5}" presName="thickLine" presStyleLbl="alignNode1" presStyleIdx="4" presStyleCnt="6"/>
      <dgm:spPr/>
    </dgm:pt>
    <dgm:pt modelId="{F4A60F5E-8E64-4EBE-AF69-9AD247E77166}" type="pres">
      <dgm:prSet presAssocID="{CF3E0C8F-121A-4503-AB0E-6BB2C96421E5}" presName="horz1" presStyleCnt="0"/>
      <dgm:spPr/>
    </dgm:pt>
    <dgm:pt modelId="{484EBC66-1835-4BFA-8DA0-0E9AB7FDAE82}" type="pres">
      <dgm:prSet presAssocID="{CF3E0C8F-121A-4503-AB0E-6BB2C96421E5}" presName="tx1" presStyleLbl="revTx" presStyleIdx="4" presStyleCnt="6"/>
      <dgm:spPr/>
    </dgm:pt>
    <dgm:pt modelId="{5B68CD3F-2677-4CF6-9984-6BE6D1F32678}" type="pres">
      <dgm:prSet presAssocID="{CF3E0C8F-121A-4503-AB0E-6BB2C96421E5}" presName="vert1" presStyleCnt="0"/>
      <dgm:spPr/>
    </dgm:pt>
    <dgm:pt modelId="{1BCB4C99-9E9F-4916-BE8D-528DB97EA466}" type="pres">
      <dgm:prSet presAssocID="{9FA9FD06-D521-4402-B660-03EADF7F19B1}" presName="thickLine" presStyleLbl="alignNode1" presStyleIdx="5" presStyleCnt="6"/>
      <dgm:spPr/>
    </dgm:pt>
    <dgm:pt modelId="{56FF8900-9D4A-4301-BBA5-DFADB18B57DF}" type="pres">
      <dgm:prSet presAssocID="{9FA9FD06-D521-4402-B660-03EADF7F19B1}" presName="horz1" presStyleCnt="0"/>
      <dgm:spPr/>
    </dgm:pt>
    <dgm:pt modelId="{2E2B7F4E-D9EC-4184-9D45-5B25235123ED}" type="pres">
      <dgm:prSet presAssocID="{9FA9FD06-D521-4402-B660-03EADF7F19B1}" presName="tx1" presStyleLbl="revTx" presStyleIdx="5" presStyleCnt="6"/>
      <dgm:spPr/>
    </dgm:pt>
    <dgm:pt modelId="{EEA39460-4AB9-4A81-BC68-C7F6421DF01A}" type="pres">
      <dgm:prSet presAssocID="{9FA9FD06-D521-4402-B660-03EADF7F19B1}" presName="vert1" presStyleCnt="0"/>
      <dgm:spPr/>
    </dgm:pt>
  </dgm:ptLst>
  <dgm:cxnLst>
    <dgm:cxn modelId="{73837314-75E2-46D5-8A86-532C464409B2}" srcId="{0A2772AE-9294-4313-8D3B-7D4045E9491B}" destId="{7C75C0FD-244D-472F-A1B9-02BC98B20FCC}" srcOrd="0" destOrd="0" parTransId="{A1500B65-F95C-451A-9047-836BF9E7DC6C}" sibTransId="{2A1016DB-3CE7-4B71-8AF2-AED1367611CE}"/>
    <dgm:cxn modelId="{3A2BB53B-8512-4365-B8E1-A59ECAC1B124}" type="presOf" srcId="{9FA9FD06-D521-4402-B660-03EADF7F19B1}" destId="{2E2B7F4E-D9EC-4184-9D45-5B25235123ED}" srcOrd="0" destOrd="0" presId="urn:microsoft.com/office/officeart/2008/layout/LinedList"/>
    <dgm:cxn modelId="{0029E64C-FC14-42B6-AC58-D749F74326FA}" type="presOf" srcId="{7C75C0FD-244D-472F-A1B9-02BC98B20FCC}" destId="{1EA44391-E4F4-4B52-9752-7D24B77006DD}" srcOrd="0" destOrd="0" presId="urn:microsoft.com/office/officeart/2008/layout/LinedList"/>
    <dgm:cxn modelId="{636BB375-05F8-46BD-B16E-B4FA6B003041}" type="presOf" srcId="{8E04B1E9-3D14-4D43-BDF3-CA02C5D5490E}" destId="{B8A61DF9-02A2-48A6-A1FA-B7A4F984EEEB}" srcOrd="0" destOrd="0" presId="urn:microsoft.com/office/officeart/2008/layout/LinedList"/>
    <dgm:cxn modelId="{C03FC157-74AA-4F68-8C86-B52EF34700AB}" srcId="{0A2772AE-9294-4313-8D3B-7D4045E9491B}" destId="{8755530F-F9EC-474B-B203-138FA137966D}" srcOrd="3" destOrd="0" parTransId="{5D2A8444-E026-40AE-A03A-113380E621D3}" sibTransId="{FDB55F70-6603-4CA7-B280-9F802FA2CB8E}"/>
    <dgm:cxn modelId="{9DC41C98-9DC0-4F87-BED5-57B8DD7CBD15}" srcId="{0A2772AE-9294-4313-8D3B-7D4045E9491B}" destId="{8E04B1E9-3D14-4D43-BDF3-CA02C5D5490E}" srcOrd="1" destOrd="0" parTransId="{B1812C61-88D4-4D8E-8FD1-20EF25C45D82}" sibTransId="{0BB19DB2-F697-4E6C-BBC6-2A60847300B3}"/>
    <dgm:cxn modelId="{63A5999D-DB29-48C2-A74E-C474346832CA}" srcId="{0A2772AE-9294-4313-8D3B-7D4045E9491B}" destId="{9FA9FD06-D521-4402-B660-03EADF7F19B1}" srcOrd="5" destOrd="0" parTransId="{63DD4D77-B4FA-4DBB-99AE-CE79C186505F}" sibTransId="{29523147-D54D-423A-A285-4298F92886BA}"/>
    <dgm:cxn modelId="{BBE267A2-EDED-4611-B598-C9B83893AB98}" srcId="{0A2772AE-9294-4313-8D3B-7D4045E9491B}" destId="{CF3E0C8F-121A-4503-AB0E-6BB2C96421E5}" srcOrd="4" destOrd="0" parTransId="{348B9A55-B7CF-4AA6-BD4B-A49729B7B691}" sibTransId="{E7FFB303-5B83-4E9E-988F-BFDE76F60485}"/>
    <dgm:cxn modelId="{9223F3D7-D227-4185-87A1-6E029474543C}" type="presOf" srcId="{0A2772AE-9294-4313-8D3B-7D4045E9491B}" destId="{18181D53-A9C8-40DA-ADA5-BF3B98997E32}" srcOrd="0" destOrd="0" presId="urn:microsoft.com/office/officeart/2008/layout/LinedList"/>
    <dgm:cxn modelId="{179A6CDA-F8E2-4FD5-9948-68EA99317DA1}" type="presOf" srcId="{CF3E0C8F-121A-4503-AB0E-6BB2C96421E5}" destId="{484EBC66-1835-4BFA-8DA0-0E9AB7FDAE82}" srcOrd="0" destOrd="0" presId="urn:microsoft.com/office/officeart/2008/layout/LinedList"/>
    <dgm:cxn modelId="{18D5D6DC-F7DA-44BE-B506-27EBF2EE4ABB}" type="presOf" srcId="{7163F3EB-CF6B-40C6-9800-F0BBA6BFAAF6}" destId="{CBFCDBC2-A2DE-402A-B255-66D444A90B4D}" srcOrd="0" destOrd="0" presId="urn:microsoft.com/office/officeart/2008/layout/LinedList"/>
    <dgm:cxn modelId="{42573BEF-5D19-446C-AC50-3E83A43CC4DA}" srcId="{0A2772AE-9294-4313-8D3B-7D4045E9491B}" destId="{7163F3EB-CF6B-40C6-9800-F0BBA6BFAAF6}" srcOrd="2" destOrd="0" parTransId="{3DF0F64E-378F-4FB9-9F3D-ADF6D05A5F76}" sibTransId="{0A5202D6-5205-4302-9701-2A4BCBE35293}"/>
    <dgm:cxn modelId="{BF52FBFF-23D8-4BD7-9416-F95DEC123891}" type="presOf" srcId="{8755530F-F9EC-474B-B203-138FA137966D}" destId="{B191F5D6-5B9B-4287-AD44-F7F56FEBF56F}" srcOrd="0" destOrd="0" presId="urn:microsoft.com/office/officeart/2008/layout/LinedList"/>
    <dgm:cxn modelId="{A1C59B2F-23ED-4D96-8E61-5AD18E257F1B}" type="presParOf" srcId="{18181D53-A9C8-40DA-ADA5-BF3B98997E32}" destId="{F576D237-D86B-4E74-9A5E-2341DAEC9A8D}" srcOrd="0" destOrd="0" presId="urn:microsoft.com/office/officeart/2008/layout/LinedList"/>
    <dgm:cxn modelId="{293EAA75-252B-4BE0-B4D8-B8D60B9FBF35}" type="presParOf" srcId="{18181D53-A9C8-40DA-ADA5-BF3B98997E32}" destId="{7D2B3E94-D73E-44F2-9C3B-E347D574E238}" srcOrd="1" destOrd="0" presId="urn:microsoft.com/office/officeart/2008/layout/LinedList"/>
    <dgm:cxn modelId="{A78DB03D-FF4F-4F39-BC59-7D8AFC56F254}" type="presParOf" srcId="{7D2B3E94-D73E-44F2-9C3B-E347D574E238}" destId="{1EA44391-E4F4-4B52-9752-7D24B77006DD}" srcOrd="0" destOrd="0" presId="urn:microsoft.com/office/officeart/2008/layout/LinedList"/>
    <dgm:cxn modelId="{FFA17C30-AC3D-4606-8F7A-27621DF7CC99}" type="presParOf" srcId="{7D2B3E94-D73E-44F2-9C3B-E347D574E238}" destId="{6321F83D-D8EF-41B7-B9B4-9894E56EEE4E}" srcOrd="1" destOrd="0" presId="urn:microsoft.com/office/officeart/2008/layout/LinedList"/>
    <dgm:cxn modelId="{092CB830-CE6C-44F5-9775-4E2075A898A4}" type="presParOf" srcId="{18181D53-A9C8-40DA-ADA5-BF3B98997E32}" destId="{42899E16-BFFB-4249-98C9-AD97C212253C}" srcOrd="2" destOrd="0" presId="urn:microsoft.com/office/officeart/2008/layout/LinedList"/>
    <dgm:cxn modelId="{396C437D-D809-474C-83B1-23A3F35907F2}" type="presParOf" srcId="{18181D53-A9C8-40DA-ADA5-BF3B98997E32}" destId="{3B887DF0-0356-4118-AE90-2C7BEFF72596}" srcOrd="3" destOrd="0" presId="urn:microsoft.com/office/officeart/2008/layout/LinedList"/>
    <dgm:cxn modelId="{2472C7A4-D0EA-4B93-9427-B68B88D4786F}" type="presParOf" srcId="{3B887DF0-0356-4118-AE90-2C7BEFF72596}" destId="{B8A61DF9-02A2-48A6-A1FA-B7A4F984EEEB}" srcOrd="0" destOrd="0" presId="urn:microsoft.com/office/officeart/2008/layout/LinedList"/>
    <dgm:cxn modelId="{11FAF5CF-614F-4579-BEE4-B392110A1AEF}" type="presParOf" srcId="{3B887DF0-0356-4118-AE90-2C7BEFF72596}" destId="{0D69A0D2-3510-440C-ADEE-0B111285C4B8}" srcOrd="1" destOrd="0" presId="urn:microsoft.com/office/officeart/2008/layout/LinedList"/>
    <dgm:cxn modelId="{405368F1-1E66-40A3-869E-CCD164960462}" type="presParOf" srcId="{18181D53-A9C8-40DA-ADA5-BF3B98997E32}" destId="{C2DDD462-9DC5-4C03-83B5-D1B04BB614BB}" srcOrd="4" destOrd="0" presId="urn:microsoft.com/office/officeart/2008/layout/LinedList"/>
    <dgm:cxn modelId="{63607889-7811-4C2A-86EC-A8B92B16CE68}" type="presParOf" srcId="{18181D53-A9C8-40DA-ADA5-BF3B98997E32}" destId="{4E10D2ED-EBB5-4D51-AF67-6D1B74B50C56}" srcOrd="5" destOrd="0" presId="urn:microsoft.com/office/officeart/2008/layout/LinedList"/>
    <dgm:cxn modelId="{4F45F58F-4326-4F4E-BEC5-83DA8564E7E5}" type="presParOf" srcId="{4E10D2ED-EBB5-4D51-AF67-6D1B74B50C56}" destId="{CBFCDBC2-A2DE-402A-B255-66D444A90B4D}" srcOrd="0" destOrd="0" presId="urn:microsoft.com/office/officeart/2008/layout/LinedList"/>
    <dgm:cxn modelId="{ECA39B9F-13DA-4606-93A6-B22F5E830267}" type="presParOf" srcId="{4E10D2ED-EBB5-4D51-AF67-6D1B74B50C56}" destId="{7A9C2675-E4F7-4CFB-9DCC-DDE5D9E6649B}" srcOrd="1" destOrd="0" presId="urn:microsoft.com/office/officeart/2008/layout/LinedList"/>
    <dgm:cxn modelId="{870A638F-0D34-47C6-B298-710DFBAB7476}" type="presParOf" srcId="{18181D53-A9C8-40DA-ADA5-BF3B98997E32}" destId="{7CC9958B-6A51-4381-9F64-369C1C669D33}" srcOrd="6" destOrd="0" presId="urn:microsoft.com/office/officeart/2008/layout/LinedList"/>
    <dgm:cxn modelId="{370D6CA6-317F-424D-BD71-68331AA75D0C}" type="presParOf" srcId="{18181D53-A9C8-40DA-ADA5-BF3B98997E32}" destId="{9F61B0B1-B25B-497B-B60D-8CFCC785ED58}" srcOrd="7" destOrd="0" presId="urn:microsoft.com/office/officeart/2008/layout/LinedList"/>
    <dgm:cxn modelId="{8730F493-480C-4AA2-9173-83EFCB11BDF1}" type="presParOf" srcId="{9F61B0B1-B25B-497B-B60D-8CFCC785ED58}" destId="{B191F5D6-5B9B-4287-AD44-F7F56FEBF56F}" srcOrd="0" destOrd="0" presId="urn:microsoft.com/office/officeart/2008/layout/LinedList"/>
    <dgm:cxn modelId="{2C7F5FB2-0896-4E98-A3F2-14C03FCBF843}" type="presParOf" srcId="{9F61B0B1-B25B-497B-B60D-8CFCC785ED58}" destId="{DE433610-4199-4657-A8B6-F96E28A8CEEB}" srcOrd="1" destOrd="0" presId="urn:microsoft.com/office/officeart/2008/layout/LinedList"/>
    <dgm:cxn modelId="{CDA73F05-75E3-4153-B7B7-21F438BC088F}" type="presParOf" srcId="{18181D53-A9C8-40DA-ADA5-BF3B98997E32}" destId="{4DFCB8B9-E5D4-4E57-BF7A-7C21BEFB5D8D}" srcOrd="8" destOrd="0" presId="urn:microsoft.com/office/officeart/2008/layout/LinedList"/>
    <dgm:cxn modelId="{6FDE500B-EA4E-4B40-902C-AF5DA2BB2A68}" type="presParOf" srcId="{18181D53-A9C8-40DA-ADA5-BF3B98997E32}" destId="{F4A60F5E-8E64-4EBE-AF69-9AD247E77166}" srcOrd="9" destOrd="0" presId="urn:microsoft.com/office/officeart/2008/layout/LinedList"/>
    <dgm:cxn modelId="{0F708209-7246-4A11-A8BC-95D98A5A1B2A}" type="presParOf" srcId="{F4A60F5E-8E64-4EBE-AF69-9AD247E77166}" destId="{484EBC66-1835-4BFA-8DA0-0E9AB7FDAE82}" srcOrd="0" destOrd="0" presId="urn:microsoft.com/office/officeart/2008/layout/LinedList"/>
    <dgm:cxn modelId="{B8FF794B-C78E-4919-AEAB-81587EBA805D}" type="presParOf" srcId="{F4A60F5E-8E64-4EBE-AF69-9AD247E77166}" destId="{5B68CD3F-2677-4CF6-9984-6BE6D1F32678}" srcOrd="1" destOrd="0" presId="urn:microsoft.com/office/officeart/2008/layout/LinedList"/>
    <dgm:cxn modelId="{8A7A8161-63AD-41A0-9772-E8A849A83E89}" type="presParOf" srcId="{18181D53-A9C8-40DA-ADA5-BF3B98997E32}" destId="{1BCB4C99-9E9F-4916-BE8D-528DB97EA466}" srcOrd="10" destOrd="0" presId="urn:microsoft.com/office/officeart/2008/layout/LinedList"/>
    <dgm:cxn modelId="{D19573AA-9CE7-4F24-94A6-74A92B54EC6E}" type="presParOf" srcId="{18181D53-A9C8-40DA-ADA5-BF3B98997E32}" destId="{56FF8900-9D4A-4301-BBA5-DFADB18B57DF}" srcOrd="11" destOrd="0" presId="urn:microsoft.com/office/officeart/2008/layout/LinedList"/>
    <dgm:cxn modelId="{36513533-BE50-4EC9-9CB0-58D3DC3D0131}" type="presParOf" srcId="{56FF8900-9D4A-4301-BBA5-DFADB18B57DF}" destId="{2E2B7F4E-D9EC-4184-9D45-5B25235123ED}" srcOrd="0" destOrd="0" presId="urn:microsoft.com/office/officeart/2008/layout/LinedList"/>
    <dgm:cxn modelId="{D3149B69-9FFB-4D57-92FE-AD89854AF0AE}" type="presParOf" srcId="{56FF8900-9D4A-4301-BBA5-DFADB18B57DF}" destId="{EEA39460-4AB9-4A81-BC68-C7F6421DF01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9908B-4848-434F-9EFE-0BC3A842C512}">
      <dsp:nvSpPr>
        <dsp:cNvPr id="0" name=""/>
        <dsp:cNvSpPr/>
      </dsp:nvSpPr>
      <dsp:spPr>
        <a:xfrm>
          <a:off x="914308" y="459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E8EAF-ADBE-4539-806A-4E0C49C7972A}">
      <dsp:nvSpPr>
        <dsp:cNvPr id="0" name=""/>
        <dsp:cNvSpPr/>
      </dsp:nvSpPr>
      <dsp:spPr>
        <a:xfrm>
          <a:off x="1029533" y="115684"/>
          <a:ext cx="318240" cy="3182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769C6-C2A1-4934-8341-175D00ECACE4}">
      <dsp:nvSpPr>
        <dsp:cNvPr id="0" name=""/>
        <dsp:cNvSpPr/>
      </dsp:nvSpPr>
      <dsp:spPr>
        <a:xfrm>
          <a:off x="1566995" y="459"/>
          <a:ext cx="132050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Python - Main Programming Language</a:t>
          </a:r>
          <a:endParaRPr lang="en-US" sz="1800" kern="1200" dirty="0"/>
        </a:p>
      </dsp:txBody>
      <dsp:txXfrm>
        <a:off x="1566995" y="459"/>
        <a:ext cx="1320502" cy="548690"/>
      </dsp:txXfrm>
    </dsp:sp>
    <dsp:sp modelId="{6429BE27-F80E-40E8-AD6E-BCF5F22ACF2F}">
      <dsp:nvSpPr>
        <dsp:cNvPr id="0" name=""/>
        <dsp:cNvSpPr/>
      </dsp:nvSpPr>
      <dsp:spPr>
        <a:xfrm>
          <a:off x="3112852" y="459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EF14B-2438-4714-AD22-63842EB6F1E0}">
      <dsp:nvSpPr>
        <dsp:cNvPr id="0" name=""/>
        <dsp:cNvSpPr/>
      </dsp:nvSpPr>
      <dsp:spPr>
        <a:xfrm>
          <a:off x="3228077" y="115684"/>
          <a:ext cx="318240" cy="3182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EF6EE-6A61-415B-9F59-82878761BCF6}">
      <dsp:nvSpPr>
        <dsp:cNvPr id="0" name=""/>
        <dsp:cNvSpPr/>
      </dsp:nvSpPr>
      <dsp:spPr>
        <a:xfrm>
          <a:off x="3779119" y="459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YOLO - Object Detection  </a:t>
          </a:r>
          <a:endParaRPr lang="en-US" sz="1800" kern="1200" dirty="0"/>
        </a:p>
      </dsp:txBody>
      <dsp:txXfrm>
        <a:off x="3779119" y="459"/>
        <a:ext cx="1293342" cy="548690"/>
      </dsp:txXfrm>
    </dsp:sp>
    <dsp:sp modelId="{93EFC311-3163-4675-AD5A-7C5466D8B716}">
      <dsp:nvSpPr>
        <dsp:cNvPr id="0" name=""/>
        <dsp:cNvSpPr/>
      </dsp:nvSpPr>
      <dsp:spPr>
        <a:xfrm>
          <a:off x="914308" y="1179390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E28EE-343E-461D-B22A-DCB62CB19F62}">
      <dsp:nvSpPr>
        <dsp:cNvPr id="0" name=""/>
        <dsp:cNvSpPr/>
      </dsp:nvSpPr>
      <dsp:spPr>
        <a:xfrm>
          <a:off x="1029533" y="1294615"/>
          <a:ext cx="318240" cy="318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28B1-EBB0-4B82-A07E-5A89FFDCFC6C}">
      <dsp:nvSpPr>
        <dsp:cNvPr id="0" name=""/>
        <dsp:cNvSpPr/>
      </dsp:nvSpPr>
      <dsp:spPr>
        <a:xfrm>
          <a:off x="1580575" y="1179390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Ultralytics</a:t>
          </a:r>
          <a:r>
            <a:rPr lang="en-GB" sz="1800" kern="1200" dirty="0"/>
            <a:t> - Framework</a:t>
          </a:r>
          <a:endParaRPr lang="en-US" sz="1800" kern="1200" dirty="0"/>
        </a:p>
      </dsp:txBody>
      <dsp:txXfrm>
        <a:off x="1580575" y="1179390"/>
        <a:ext cx="1293342" cy="548690"/>
      </dsp:txXfrm>
    </dsp:sp>
    <dsp:sp modelId="{D086BA99-BDD5-4735-80BD-B0517490BB2B}">
      <dsp:nvSpPr>
        <dsp:cNvPr id="0" name=""/>
        <dsp:cNvSpPr/>
      </dsp:nvSpPr>
      <dsp:spPr>
        <a:xfrm>
          <a:off x="3099272" y="1179390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3621F-3969-491A-A712-E795557EBBD1}">
      <dsp:nvSpPr>
        <dsp:cNvPr id="0" name=""/>
        <dsp:cNvSpPr/>
      </dsp:nvSpPr>
      <dsp:spPr>
        <a:xfrm>
          <a:off x="3214497" y="1294615"/>
          <a:ext cx="318240" cy="3182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CD35C-B223-47BF-8151-9396B4E709FE}">
      <dsp:nvSpPr>
        <dsp:cNvPr id="0" name=""/>
        <dsp:cNvSpPr/>
      </dsp:nvSpPr>
      <dsp:spPr>
        <a:xfrm>
          <a:off x="3765539" y="1179390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OpenCV – Computer Vision Library</a:t>
          </a:r>
          <a:endParaRPr lang="en-US" sz="1800" kern="1200" dirty="0"/>
        </a:p>
      </dsp:txBody>
      <dsp:txXfrm>
        <a:off x="3765539" y="1179390"/>
        <a:ext cx="1293342" cy="548690"/>
      </dsp:txXfrm>
    </dsp:sp>
    <dsp:sp modelId="{230E90DD-B592-4283-A161-126B3624F6DA}">
      <dsp:nvSpPr>
        <dsp:cNvPr id="0" name=""/>
        <dsp:cNvSpPr/>
      </dsp:nvSpPr>
      <dsp:spPr>
        <a:xfrm>
          <a:off x="914308" y="2358320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A6E66-6D92-4B3C-946C-D067F50F008C}">
      <dsp:nvSpPr>
        <dsp:cNvPr id="0" name=""/>
        <dsp:cNvSpPr/>
      </dsp:nvSpPr>
      <dsp:spPr>
        <a:xfrm>
          <a:off x="1029533" y="2473545"/>
          <a:ext cx="318240" cy="3182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2A4C9-A4A1-486F-BB11-2CE4FCC41BC8}">
      <dsp:nvSpPr>
        <dsp:cNvPr id="0" name=""/>
        <dsp:cNvSpPr/>
      </dsp:nvSpPr>
      <dsp:spPr>
        <a:xfrm>
          <a:off x="1580575" y="2358320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Flask – Web Framework</a:t>
          </a:r>
          <a:endParaRPr lang="en-US" sz="1800" kern="1200" dirty="0"/>
        </a:p>
      </dsp:txBody>
      <dsp:txXfrm>
        <a:off x="1580575" y="2358320"/>
        <a:ext cx="1293342" cy="548690"/>
      </dsp:txXfrm>
    </dsp:sp>
    <dsp:sp modelId="{5E08B028-D48B-43E3-8B29-4B2BAEB7BB71}">
      <dsp:nvSpPr>
        <dsp:cNvPr id="0" name=""/>
        <dsp:cNvSpPr/>
      </dsp:nvSpPr>
      <dsp:spPr>
        <a:xfrm>
          <a:off x="3099272" y="2358320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DFA92-FC88-416D-A93F-4F63BA45CB72}">
      <dsp:nvSpPr>
        <dsp:cNvPr id="0" name=""/>
        <dsp:cNvSpPr/>
      </dsp:nvSpPr>
      <dsp:spPr>
        <a:xfrm>
          <a:off x="3214497" y="2473545"/>
          <a:ext cx="318240" cy="31824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29CC3-0C20-4301-9F76-4BAD0A2A8F00}">
      <dsp:nvSpPr>
        <dsp:cNvPr id="0" name=""/>
        <dsp:cNvSpPr/>
      </dsp:nvSpPr>
      <dsp:spPr>
        <a:xfrm>
          <a:off x="3765539" y="2358320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React – Front End</a:t>
          </a:r>
          <a:endParaRPr lang="en-US" sz="1800" kern="1200" dirty="0"/>
        </a:p>
      </dsp:txBody>
      <dsp:txXfrm>
        <a:off x="3765539" y="2358320"/>
        <a:ext cx="1293342" cy="548690"/>
      </dsp:txXfrm>
    </dsp:sp>
    <dsp:sp modelId="{58B8AE8F-260D-42F7-BBE5-DD2F7E1CBF28}">
      <dsp:nvSpPr>
        <dsp:cNvPr id="0" name=""/>
        <dsp:cNvSpPr/>
      </dsp:nvSpPr>
      <dsp:spPr>
        <a:xfrm>
          <a:off x="914308" y="3537250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08456-3D4B-4A75-9D1B-DAA22C0971BE}">
      <dsp:nvSpPr>
        <dsp:cNvPr id="0" name=""/>
        <dsp:cNvSpPr/>
      </dsp:nvSpPr>
      <dsp:spPr>
        <a:xfrm>
          <a:off x="1029533" y="3652475"/>
          <a:ext cx="318240" cy="31824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0DF30-A746-419C-8E38-FCE8F971C852}">
      <dsp:nvSpPr>
        <dsp:cNvPr id="0" name=""/>
        <dsp:cNvSpPr/>
      </dsp:nvSpPr>
      <dsp:spPr>
        <a:xfrm>
          <a:off x="1580575" y="3537250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SMTP – Email Service</a:t>
          </a:r>
          <a:endParaRPr lang="en-US" sz="1800" kern="1200" dirty="0"/>
        </a:p>
      </dsp:txBody>
      <dsp:txXfrm>
        <a:off x="1580575" y="3537250"/>
        <a:ext cx="1293342" cy="548690"/>
      </dsp:txXfrm>
    </dsp:sp>
    <dsp:sp modelId="{90BBE456-1271-41E3-A4A0-7981AB2AB571}">
      <dsp:nvSpPr>
        <dsp:cNvPr id="0" name=""/>
        <dsp:cNvSpPr/>
      </dsp:nvSpPr>
      <dsp:spPr>
        <a:xfrm>
          <a:off x="3099272" y="3537250"/>
          <a:ext cx="548690" cy="5486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FF431-6AED-4904-933E-DC5FEE4BFE90}">
      <dsp:nvSpPr>
        <dsp:cNvPr id="0" name=""/>
        <dsp:cNvSpPr/>
      </dsp:nvSpPr>
      <dsp:spPr>
        <a:xfrm>
          <a:off x="3214497" y="3652475"/>
          <a:ext cx="318240" cy="31824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E97DC-2B49-4675-ACFB-DE26AFA41FDD}">
      <dsp:nvSpPr>
        <dsp:cNvPr id="0" name=""/>
        <dsp:cNvSpPr/>
      </dsp:nvSpPr>
      <dsp:spPr>
        <a:xfrm>
          <a:off x="3765539" y="3537250"/>
          <a:ext cx="1293342" cy="54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MySQL - Database</a:t>
          </a:r>
          <a:endParaRPr lang="en-US" sz="1800" kern="1200" dirty="0"/>
        </a:p>
      </dsp:txBody>
      <dsp:txXfrm>
        <a:off x="3765539" y="3537250"/>
        <a:ext cx="1293342" cy="548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EF466-847B-49CB-B3A0-4E9A2ADE891C}">
      <dsp:nvSpPr>
        <dsp:cNvPr id="0" name=""/>
        <dsp:cNvSpPr/>
      </dsp:nvSpPr>
      <dsp:spPr>
        <a:xfrm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877339"/>
        <a:ext cx="33687" cy="6737"/>
      </dsp:txXfrm>
    </dsp:sp>
    <dsp:sp modelId="{73DBE013-C453-4A91-BFAA-7EC6722C5BCD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Finalised Technologies</a:t>
          </a:r>
          <a:endParaRPr lang="en-US" sz="3300" kern="1200" dirty="0"/>
        </a:p>
      </dsp:txBody>
      <dsp:txXfrm>
        <a:off x="396080" y="1893"/>
        <a:ext cx="2929383" cy="1757630"/>
      </dsp:txXfrm>
    </dsp:sp>
    <dsp:sp modelId="{0DB3E687-1539-4E5C-B5F0-E970A0F6B5C3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877339"/>
        <a:ext cx="33687" cy="6737"/>
      </dsp:txXfrm>
    </dsp:sp>
    <dsp:sp modelId="{89D45EF4-9B2C-4EC1-B2B7-9AB78B964D54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Functional Specifications</a:t>
          </a:r>
          <a:endParaRPr lang="en-US" sz="3300" kern="1200" dirty="0"/>
        </a:p>
      </dsp:txBody>
      <dsp:txXfrm>
        <a:off x="3999222" y="1893"/>
        <a:ext cx="2929383" cy="1757630"/>
      </dsp:txXfrm>
    </dsp:sp>
    <dsp:sp modelId="{3B91E594-490E-4611-8172-79EF88345F59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971" y="2075933"/>
        <a:ext cx="361885" cy="6737"/>
      </dsp:txXfrm>
    </dsp:sp>
    <dsp:sp modelId="{D004A898-25CE-4F62-9A8E-5E1E641CFF63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Poster, Presentation, Design Doc</a:t>
          </a:r>
          <a:endParaRPr lang="en-US" sz="3300" kern="1200" dirty="0"/>
        </a:p>
      </dsp:txBody>
      <dsp:txXfrm>
        <a:off x="7602364" y="1893"/>
        <a:ext cx="2929383" cy="1757630"/>
      </dsp:txXfrm>
    </dsp:sp>
    <dsp:sp modelId="{4A21EF63-2C8B-4EA7-A183-F3E63BD5382B}">
      <dsp:nvSpPr>
        <dsp:cNvPr id="0" name=""/>
        <dsp:cNvSpPr/>
      </dsp:nvSpPr>
      <dsp:spPr>
        <a:xfrm>
          <a:off x="3323664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3308728"/>
        <a:ext cx="33687" cy="6737"/>
      </dsp:txXfrm>
    </dsp:sp>
    <dsp:sp modelId="{AA7A22F5-E5FF-4692-8DC8-4F70976C6B4A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Model Trained on 500 images</a:t>
          </a:r>
          <a:endParaRPr lang="en-US" sz="3300" kern="1200" dirty="0"/>
        </a:p>
      </dsp:txBody>
      <dsp:txXfrm>
        <a:off x="396080" y="2433281"/>
        <a:ext cx="2929383" cy="1757630"/>
      </dsp:txXfrm>
    </dsp:sp>
    <dsp:sp modelId="{4C7DCDE3-BA83-4ECD-B552-22B8F630D527}">
      <dsp:nvSpPr>
        <dsp:cNvPr id="0" name=""/>
        <dsp:cNvSpPr/>
      </dsp:nvSpPr>
      <dsp:spPr>
        <a:xfrm>
          <a:off x="6926806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3308728"/>
        <a:ext cx="33687" cy="6737"/>
      </dsp:txXfrm>
    </dsp:sp>
    <dsp:sp modelId="{D106C643-60C1-4C17-87E2-4586395B07E8}">
      <dsp:nvSpPr>
        <dsp:cNvPr id="0" name=""/>
        <dsp:cNvSpPr/>
      </dsp:nvSpPr>
      <dsp:spPr>
        <a:xfrm>
          <a:off x="3999222" y="2433281"/>
          <a:ext cx="2929383" cy="17576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Model Implemented for helmets</a:t>
          </a:r>
          <a:endParaRPr lang="en-US" sz="3300" kern="1200" dirty="0"/>
        </a:p>
      </dsp:txBody>
      <dsp:txXfrm>
        <a:off x="3999222" y="2433281"/>
        <a:ext cx="2929383" cy="1757630"/>
      </dsp:txXfrm>
    </dsp:sp>
    <dsp:sp modelId="{6AC9EB11-ECFA-4A5F-96CD-782DD0A29363}">
      <dsp:nvSpPr>
        <dsp:cNvPr id="0" name=""/>
        <dsp:cNvSpPr/>
      </dsp:nvSpPr>
      <dsp:spPr>
        <a:xfrm>
          <a:off x="7602364" y="2433281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First Official Release</a:t>
          </a:r>
          <a:endParaRPr lang="en-US" sz="3300" kern="1200" dirty="0"/>
        </a:p>
      </dsp:txBody>
      <dsp:txXfrm>
        <a:off x="7602364" y="2433281"/>
        <a:ext cx="2929383" cy="1757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6D237-D86B-4E74-9A5E-2341DAEC9A8D}">
      <dsp:nvSpPr>
        <dsp:cNvPr id="0" name=""/>
        <dsp:cNvSpPr/>
      </dsp:nvSpPr>
      <dsp:spPr>
        <a:xfrm>
          <a:off x="0" y="146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44391-E4F4-4B52-9752-7D24B77006DD}">
      <dsp:nvSpPr>
        <dsp:cNvPr id="0" name=""/>
        <dsp:cNvSpPr/>
      </dsp:nvSpPr>
      <dsp:spPr>
        <a:xfrm>
          <a:off x="0" y="1468"/>
          <a:ext cx="10515600" cy="50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Netwatch logo: </a:t>
          </a:r>
          <a:r>
            <a:rPr lang="en-GB" sz="2300" kern="1200">
              <a:hlinkClick xmlns:r="http://schemas.openxmlformats.org/officeDocument/2006/relationships" r:id="rId1"/>
            </a:rPr>
            <a:t>www.netwatchsystem.com</a:t>
          </a:r>
          <a:endParaRPr lang="en-US" sz="2300" kern="1200"/>
        </a:p>
      </dsp:txBody>
      <dsp:txXfrm>
        <a:off x="0" y="1468"/>
        <a:ext cx="10515600" cy="500684"/>
      </dsp:txXfrm>
    </dsp:sp>
    <dsp:sp modelId="{42899E16-BFFB-4249-98C9-AD97C212253C}">
      <dsp:nvSpPr>
        <dsp:cNvPr id="0" name=""/>
        <dsp:cNvSpPr/>
      </dsp:nvSpPr>
      <dsp:spPr>
        <a:xfrm>
          <a:off x="0" y="50215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61DF9-02A2-48A6-A1FA-B7A4F984EEEB}">
      <dsp:nvSpPr>
        <dsp:cNvPr id="0" name=""/>
        <dsp:cNvSpPr/>
      </dsp:nvSpPr>
      <dsp:spPr>
        <a:xfrm>
          <a:off x="0" y="502152"/>
          <a:ext cx="10515600" cy="50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SiteSafeAi logo creation: </a:t>
          </a:r>
          <a:r>
            <a:rPr lang="en-GB" sz="2300" kern="1200">
              <a:hlinkClick xmlns:r="http://schemas.openxmlformats.org/officeDocument/2006/relationships" r:id="rId2"/>
            </a:rPr>
            <a:t>www.canva.com</a:t>
          </a:r>
          <a:endParaRPr lang="en-US" sz="2300" kern="1200"/>
        </a:p>
      </dsp:txBody>
      <dsp:txXfrm>
        <a:off x="0" y="502152"/>
        <a:ext cx="10515600" cy="500684"/>
      </dsp:txXfrm>
    </dsp:sp>
    <dsp:sp modelId="{C2DDD462-9DC5-4C03-83B5-D1B04BB614BB}">
      <dsp:nvSpPr>
        <dsp:cNvPr id="0" name=""/>
        <dsp:cNvSpPr/>
      </dsp:nvSpPr>
      <dsp:spPr>
        <a:xfrm>
          <a:off x="0" y="100283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CDBC2-A2DE-402A-B255-66D444A90B4D}">
      <dsp:nvSpPr>
        <dsp:cNvPr id="0" name=""/>
        <dsp:cNvSpPr/>
      </dsp:nvSpPr>
      <dsp:spPr>
        <a:xfrm>
          <a:off x="0" y="1002837"/>
          <a:ext cx="10515600" cy="50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Context diagram creation: </a:t>
          </a:r>
          <a:r>
            <a:rPr lang="en-GB" sz="2300" kern="1200">
              <a:hlinkClick xmlns:r="http://schemas.openxmlformats.org/officeDocument/2006/relationships" r:id="rId3"/>
            </a:rPr>
            <a:t>www.creately.com</a:t>
          </a:r>
          <a:endParaRPr lang="en-US" sz="2300" kern="1200"/>
        </a:p>
      </dsp:txBody>
      <dsp:txXfrm>
        <a:off x="0" y="1002837"/>
        <a:ext cx="10515600" cy="500684"/>
      </dsp:txXfrm>
    </dsp:sp>
    <dsp:sp modelId="{7CC9958B-6A51-4381-9F64-369C1C669D33}">
      <dsp:nvSpPr>
        <dsp:cNvPr id="0" name=""/>
        <dsp:cNvSpPr/>
      </dsp:nvSpPr>
      <dsp:spPr>
        <a:xfrm>
          <a:off x="0" y="150352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1F5D6-5B9B-4287-AD44-F7F56FEBF56F}">
      <dsp:nvSpPr>
        <dsp:cNvPr id="0" name=""/>
        <dsp:cNvSpPr/>
      </dsp:nvSpPr>
      <dsp:spPr>
        <a:xfrm>
          <a:off x="0" y="1503521"/>
          <a:ext cx="10515600" cy="50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Technology logos: </a:t>
          </a:r>
          <a:r>
            <a:rPr lang="en-GB" sz="2300" kern="1200">
              <a:hlinkClick xmlns:r="http://schemas.openxmlformats.org/officeDocument/2006/relationships" r:id="rId4"/>
            </a:rPr>
            <a:t>www.iconscout.com</a:t>
          </a:r>
          <a:endParaRPr lang="en-US" sz="2300" kern="1200"/>
        </a:p>
      </dsp:txBody>
      <dsp:txXfrm>
        <a:off x="0" y="1503521"/>
        <a:ext cx="10515600" cy="500684"/>
      </dsp:txXfrm>
    </dsp:sp>
    <dsp:sp modelId="{4DFCB8B9-E5D4-4E57-BF7A-7C21BEFB5D8D}">
      <dsp:nvSpPr>
        <dsp:cNvPr id="0" name=""/>
        <dsp:cNvSpPr/>
      </dsp:nvSpPr>
      <dsp:spPr>
        <a:xfrm>
          <a:off x="0" y="200420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EBC66-1835-4BFA-8DA0-0E9AB7FDAE82}">
      <dsp:nvSpPr>
        <dsp:cNvPr id="0" name=""/>
        <dsp:cNvSpPr/>
      </dsp:nvSpPr>
      <dsp:spPr>
        <a:xfrm>
          <a:off x="0" y="2004205"/>
          <a:ext cx="10515600" cy="50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Similar company: </a:t>
          </a:r>
          <a:r>
            <a:rPr lang="en-GB" sz="2300" kern="1200">
              <a:hlinkClick xmlns:r="http://schemas.openxmlformats.org/officeDocument/2006/relationships" r:id="rId5"/>
            </a:rPr>
            <a:t>www.synaedge.com/en</a:t>
          </a:r>
          <a:endParaRPr lang="en-US" sz="2300" kern="1200"/>
        </a:p>
      </dsp:txBody>
      <dsp:txXfrm>
        <a:off x="0" y="2004205"/>
        <a:ext cx="10515600" cy="500684"/>
      </dsp:txXfrm>
    </dsp:sp>
    <dsp:sp modelId="{1BCB4C99-9E9F-4916-BE8D-528DB97EA466}">
      <dsp:nvSpPr>
        <dsp:cNvPr id="0" name=""/>
        <dsp:cNvSpPr/>
      </dsp:nvSpPr>
      <dsp:spPr>
        <a:xfrm>
          <a:off x="0" y="250489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B7F4E-D9EC-4184-9D45-5B25235123ED}">
      <dsp:nvSpPr>
        <dsp:cNvPr id="0" name=""/>
        <dsp:cNvSpPr/>
      </dsp:nvSpPr>
      <dsp:spPr>
        <a:xfrm>
          <a:off x="0" y="2504890"/>
          <a:ext cx="10515600" cy="50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Frisbys Homes logo: </a:t>
          </a:r>
          <a:r>
            <a:rPr lang="en-GB" sz="2300" kern="1200">
              <a:hlinkClick xmlns:r="http://schemas.openxmlformats.org/officeDocument/2006/relationships" r:id="rId6"/>
            </a:rPr>
            <a:t>www.frisbyhomes.com</a:t>
          </a:r>
          <a:endParaRPr lang="en-US" sz="2300" kern="1200"/>
        </a:p>
      </dsp:txBody>
      <dsp:txXfrm>
        <a:off x="0" y="2504890"/>
        <a:ext cx="10515600" cy="500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CF980-36E5-46BF-A02A-756B7FE0A693}" type="datetimeFigureOut">
              <a:rPr lang="en-GB" smtClean="0"/>
              <a:t>23/02/2025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FF374-010C-4816-AA2D-4F7FC83D95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02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44E6-9428-880A-140A-F79B0C7EC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58819-857C-960F-2552-30CE8D93C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05D26-EE3A-3FB8-0741-9B941EC0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B3EA-B30C-4CE3-B538-BC7F603EE92A}" type="datetime1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7ED2D-309E-9BF6-9589-A249A70FE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7347-12AD-51A0-B72F-2E0CBA72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15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DCE0-064C-C12F-4A7A-D6099E17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00EFB-BF4C-2CF4-3AA1-A9E1CA82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CAEA3-B2FA-F165-073C-DEC97266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9EB88-2E63-470B-B5AE-ED8F04DEB571}" type="datetime1">
              <a:rPr lang="en-GB" smtClean="0"/>
              <a:t>23/02/2025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13021-A65C-A0C9-D4AB-1A4979C4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1CAD9-5277-73CF-3615-CDE4E3350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39DC44A4-4954-4CC0-AE95-AFC3F00E72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846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6034-7CC5-B5F2-225D-83C76641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5BBCE-C2E7-8FAA-D4B2-62D1B7F94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7865-6630-BF13-45CD-885DDF19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558C-F5C9-425F-A937-DAD336474D19}" type="datetime1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AC52F-98E7-CF6E-6FDD-EEE2E3AD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D7CC3-AD80-A3A2-3888-E08A18DC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44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B50C-BEAC-8EDD-8349-302FA7B7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BAD87-97EA-10A6-3651-6EACF4985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94807-7AE2-5421-036F-2E0D3FF1E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8943B-FBB4-3909-D74C-A135459F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23361-B348-4CBC-9D98-FFEC573232E9}" type="datetime1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21D6A-2620-015C-A0F3-611C3586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9909B-7AF6-0E64-BB0E-6DC1E02E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1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E377-1B26-55C3-B392-8957FD2B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67A15-0F85-3DAB-F29D-CCBDFDCC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CCBC3-964F-F023-3311-B41A04A9E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16663-375B-D2C5-42FD-6B72446AD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390E2-9ECF-7E05-E0BD-B6FE43EEA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EE4AA-DC29-D064-1638-952F0DF3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E1356-F7A0-4DDA-9B79-8677F0203A36}" type="datetime1">
              <a:rPr lang="en-GB" smtClean="0"/>
              <a:t>23/02/2025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0896B3-2206-EA28-ABE8-E3727B9B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17466-261A-37F8-889C-10373141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99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5F6C-2D5B-4032-DB6D-BD2C0A4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6E6B2-5C4F-E545-98B1-D19844EB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D8A4-DB30-4644-BD53-95B03F580EBF}" type="datetime1">
              <a:rPr lang="en-GB" smtClean="0"/>
              <a:t>23/02/2025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7D5F3-E8FD-260E-0573-6FF70101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B1B0F-898A-6ADF-292A-025C28D0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08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C79C7-3576-BB4B-CA79-A1022C35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0D1A-1D8E-4DCC-9397-026B2065BFC1}" type="datetime1">
              <a:rPr lang="en-GB" smtClean="0"/>
              <a:t>23/02/2025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C625A-4A58-6310-FF7B-5F63EA92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263A9-68FD-FE85-9A95-F1A5E025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03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D2D-73BD-ED9F-B0EC-AEE3788B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A300F-A688-D7B5-E42E-D4175B023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84A03-A7F7-DDDA-164E-033E1D339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AEB49-DE7D-9683-3448-E24A0FEB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C71C-4D63-45B1-B210-A6E88395339E}" type="datetime1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B91E1-A272-8E65-7594-8548787E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2E866-D0C2-5173-99FE-F1FB0989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65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1C06-1C9D-110C-9D66-198516EC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3E375-4C6B-652C-F559-9A94B7446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B7CE4-2933-4F9A-D816-3720DFB1C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A8C14-62BD-C80B-B543-66E8DE3B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0315-D938-4806-831E-5BEF87E79DEC}" type="datetime1">
              <a:rPr lang="en-GB" smtClean="0"/>
              <a:t>23/02/2025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864C8-F57C-D83D-7F48-F44484E5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74FD3-E0E9-9C15-A6BE-7F3E2F35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6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8B4E-4E98-C1FE-4599-D70EA23A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2E941-7416-011D-7D52-738BA5200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E3869-FC18-13C7-EC0F-C2A6C4FE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F4FF-43EB-43ED-BF8E-EF1421EE1B33}" type="datetime1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19928-93D3-CE75-ED57-E9567393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36562-3281-5A06-0088-F90D195F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8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42D67-E7A0-E0DD-AEAE-C90C535FB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9942-EDD5-3FB2-C968-AA9D126C3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B5E1A-D522-878C-AD0C-4EFF28A7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5ABF-7BF5-4383-BD15-C04E1EF89981}" type="datetime1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590BD-688D-85CE-265A-E6012468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4995D-D951-0164-4313-0E1D49A6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51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D3A4E-272B-6D5B-D573-69CC41D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5448E-EDCC-5005-2BE1-C10A1EEB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FE5DB-C379-BF04-1E4C-EBE2B0282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9EF3A-9B5C-4F8E-BE21-1A9759F13C31}" type="datetime1">
              <a:rPr lang="en-GB" smtClean="0"/>
              <a:t>23/02/2025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8997B-FD51-53F4-62D7-8BC198350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7BBE7-E57E-826A-E665-EEB4B1C8C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825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C44A4-4954-4CC0-AE95-AFC3F00E72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925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4.wdp"/><Relationship Id="rId1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1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6" Type="http://schemas.openxmlformats.org/officeDocument/2006/relationships/diagramQuickStyle" Target="../diagrams/quickStyle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openxmlformats.org/officeDocument/2006/relationships/diagramLayout" Target="../diagrams/layout1.xml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microsoft.com/office/2007/relationships/hdphoto" Target="../media/hdphoto3.wdp"/><Relationship Id="rId1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23510-753B-CC0E-52A4-05539E346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824" y="643467"/>
            <a:ext cx="6836118" cy="335046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3600" spc="-50" dirty="0">
                <a:effectLst/>
              </a:rPr>
              <a:t>Software Development Year 4</a:t>
            </a:r>
            <a:br>
              <a:rPr lang="en-US" sz="3600" spc="-50" dirty="0">
                <a:effectLst/>
              </a:rPr>
            </a:br>
            <a:r>
              <a:rPr lang="en-US" sz="3600" spc="-50" dirty="0">
                <a:effectLst/>
              </a:rPr>
              <a:t>Project</a:t>
            </a:r>
            <a:br>
              <a:rPr lang="en-US" sz="3600" spc="-50" dirty="0">
                <a:effectLst/>
              </a:rPr>
            </a:br>
            <a:r>
              <a:rPr lang="en-US" sz="3600" dirty="0">
                <a:effectLst/>
              </a:rPr>
              <a:t> </a:t>
            </a:r>
            <a:br>
              <a:rPr lang="en-US" sz="3600" dirty="0">
                <a:effectLst/>
              </a:rPr>
            </a:br>
            <a:r>
              <a:rPr lang="en-US" sz="3600" spc="-50" dirty="0"/>
              <a:t>Presentation</a:t>
            </a:r>
            <a:br>
              <a:rPr lang="en-US" sz="3600" spc="-50" dirty="0">
                <a:effectLst/>
              </a:rPr>
            </a:br>
            <a:r>
              <a:rPr lang="en-US" sz="3600" dirty="0">
                <a:effectLst/>
              </a:rPr>
              <a:t> </a:t>
            </a:r>
            <a:br>
              <a:rPr lang="en-US" sz="3600" dirty="0">
                <a:effectLst/>
              </a:rPr>
            </a:br>
            <a:r>
              <a:rPr lang="en-US" sz="3600" spc="-50" dirty="0">
                <a:effectLst/>
              </a:rPr>
              <a:t>Project Title:            </a:t>
            </a:r>
            <a:r>
              <a:rPr lang="en-US" spc="-50" dirty="0" err="1">
                <a:solidFill>
                  <a:srgbClr val="0070C0"/>
                </a:solidFill>
                <a:effectLst/>
              </a:rPr>
              <a:t>SiteSafeAI</a:t>
            </a:r>
            <a:endParaRPr lang="en-US" spc="-50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6EFEB-2FA7-6F40-81BC-C0539CB98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824" y="4487917"/>
            <a:ext cx="4772974" cy="168904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/>
              <a:t>By Tomas Smitas</a:t>
            </a:r>
          </a:p>
          <a:p>
            <a:pPr algn="l"/>
            <a:r>
              <a:rPr lang="en-US" sz="2000" spc="-50" dirty="0">
                <a:effectLst/>
              </a:rPr>
              <a:t>Student No: C00276177</a:t>
            </a:r>
            <a:endParaRPr lang="en-US" sz="2000" spc="-50" dirty="0"/>
          </a:p>
          <a:p>
            <a:pPr algn="l"/>
            <a:r>
              <a:rPr lang="en-US" sz="2000" spc="-50" dirty="0">
                <a:effectLst/>
              </a:rPr>
              <a:t>Date: 2024</a:t>
            </a:r>
            <a:endParaRPr lang="en-US" sz="2000" spc="-50" dirty="0"/>
          </a:p>
          <a:p>
            <a:pPr algn="l"/>
            <a:r>
              <a:rPr lang="en-US" sz="2000" spc="-50" dirty="0">
                <a:effectLst/>
              </a:rPr>
              <a:t>Supervisor: Dr Oisin Cawley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 descr="A logo on a black background&#10;&#10;Description automatically generated">
            <a:extLst>
              <a:ext uri="{FF2B5EF4-FFF2-40B4-BE49-F238E27FC236}">
                <a16:creationId xmlns:a16="http://schemas.microsoft.com/office/drawing/2014/main" id="{7ED4245C-6462-8B7E-37ED-D9F40AF94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11" y="838441"/>
            <a:ext cx="3848322" cy="2155059"/>
          </a:xfrm>
          <a:prstGeom prst="rect">
            <a:avLst/>
          </a:prstGeom>
        </p:spPr>
      </p:pic>
      <p:pic>
        <p:nvPicPr>
          <p:cNvPr id="15" name="Picture 14" descr="A yellow and orange safety vests&#10;&#10;Description automatically generated">
            <a:extLst>
              <a:ext uri="{FF2B5EF4-FFF2-40B4-BE49-F238E27FC236}">
                <a16:creationId xmlns:a16="http://schemas.microsoft.com/office/drawing/2014/main" id="{C6308749-C763-8838-F824-D79D4F352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361" y="3657600"/>
            <a:ext cx="1802022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0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7BDD930-0E65-490A-9CE5-554C357C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A912C67-99A1-4956-8F68-1846C217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7CAF1-B3BC-C9CA-3255-92B163FB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088" y="642999"/>
            <a:ext cx="5533752" cy="1299411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Ariel"/>
              </a:rPr>
              <a:t>My Background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44472AA-C6BE-2370-C072-7C2D8E58F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250" y="4567646"/>
            <a:ext cx="4281598" cy="112607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6 Month Internship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9E5994-073E-4708-B3E6-43BFED0C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381784" y="4178643"/>
            <a:ext cx="3061444" cy="2297267"/>
            <a:chOff x="-305" y="-1"/>
            <a:chExt cx="3832880" cy="287613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32F818D-9087-4691-AABA-465619A0C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8B7668A-5C96-4FB9-BFA9-38094EB8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4F95BD-8661-4C45-94E3-CF3159BF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85BBF8A-E2FB-47F6-A60F-4FB855D50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Content Placeholder 6" descr="A black and white logo">
            <a:extLst>
              <a:ext uri="{FF2B5EF4-FFF2-40B4-BE49-F238E27FC236}">
                <a16:creationId xmlns:a16="http://schemas.microsoft.com/office/drawing/2014/main" id="{19C2C0CE-9F5A-7577-7DE0-8409C6EB5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3069900" y="2723456"/>
            <a:ext cx="4954693" cy="1238673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DD81D498-EAA8-40F3-8230-AE4DEDA3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906190" y="0"/>
            <a:ext cx="3282247" cy="2837712"/>
            <a:chOff x="-305" y="-4155"/>
            <a:chExt cx="2514948" cy="2174333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62F2402-5879-41A3-ACEC-6D2811BA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BD41895-A230-4959-97BA-80F51638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670BD54-10A6-4092-9E32-647B2F870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C2B9A82-4826-4BF4-A16E-0B005FE76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8D2787-1117-F03B-C6EF-2F5E259A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z="2000" smtClean="0"/>
              <a:t>2</a:t>
            </a:fld>
            <a:r>
              <a:rPr lang="en-GB" sz="2000" dirty="0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1088984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ED137-CD94-2534-A4ED-2F2A7973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Ariel"/>
              </a:rPr>
              <a:t>Industry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6364-0590-0E0B-8D37-EB0F55912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Ariel"/>
              </a:rPr>
              <a:t>Paul McGrath</a:t>
            </a:r>
          </a:p>
          <a:p>
            <a:pPr marL="0" indent="0">
              <a:buNone/>
            </a:pPr>
            <a:r>
              <a:rPr lang="en-GB" sz="2000" b="1" dirty="0">
                <a:latin typeface="Ariel"/>
              </a:rPr>
              <a:t>Construction Site Manager @ Frisby Homes</a:t>
            </a:r>
          </a:p>
          <a:p>
            <a:pPr marL="0" indent="0">
              <a:buNone/>
            </a:pPr>
            <a:endParaRPr lang="en-GB" sz="2000" b="0" i="0" dirty="0">
              <a:effectLst/>
              <a:latin typeface="Ariel"/>
            </a:endParaRPr>
          </a:p>
          <a:p>
            <a:pPr marL="0" indent="0">
              <a:buNone/>
            </a:pPr>
            <a:r>
              <a:rPr lang="en-GB" sz="2000" b="0" i="0" dirty="0">
                <a:effectLst/>
                <a:latin typeface="Ariel"/>
              </a:rPr>
              <a:t>“</a:t>
            </a:r>
            <a:r>
              <a:rPr lang="en-GB" sz="2000" dirty="0"/>
              <a:t>This project has real potential to make a difference in construction safety. By detecting safety issues in real-time, it could actively support compliance and help prevent accidents before they happen.”</a:t>
            </a:r>
            <a:endParaRPr lang="en-GB" sz="2000" dirty="0">
              <a:latin typeface="Ariel"/>
            </a:endParaRPr>
          </a:p>
          <a:p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EC1E-866A-9CF0-E8F0-96DDB4C95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Ariel"/>
              </a:rPr>
              <a:t>Eoin Malone</a:t>
            </a:r>
          </a:p>
          <a:p>
            <a:pPr marL="0" indent="0">
              <a:buNone/>
            </a:pPr>
            <a:r>
              <a:rPr lang="en-GB" sz="2000" b="1" dirty="0">
                <a:latin typeface="Ariel"/>
              </a:rPr>
              <a:t>Live Monitoring Specialist</a:t>
            </a:r>
          </a:p>
          <a:p>
            <a:pPr marL="0" indent="0">
              <a:buNone/>
            </a:pPr>
            <a:endParaRPr lang="en-GB" sz="2000" b="1" dirty="0">
              <a:latin typeface="Ariel"/>
            </a:endParaRPr>
          </a:p>
          <a:p>
            <a:pPr marL="0" indent="0">
              <a:buNone/>
            </a:pPr>
            <a:endParaRPr lang="en-GB" sz="2000" b="1" dirty="0">
              <a:latin typeface="Ariel"/>
            </a:endParaRPr>
          </a:p>
          <a:p>
            <a:pPr marL="0" indent="0">
              <a:buNone/>
            </a:pPr>
            <a:r>
              <a:rPr lang="en-GB" sz="2000" b="0" i="0" dirty="0">
                <a:effectLst/>
                <a:latin typeface="Ariel"/>
              </a:rPr>
              <a:t>“Excellent idea. </a:t>
            </a:r>
            <a:r>
              <a:rPr lang="en-GB" sz="2000" dirty="0">
                <a:latin typeface="Ariel"/>
              </a:rPr>
              <a:t>It would be helpful in identifying helmets and high visibility jackets on construction sites.”</a:t>
            </a:r>
          </a:p>
          <a:p>
            <a:pPr marL="0" indent="0">
              <a:buNone/>
            </a:pPr>
            <a:endParaRPr lang="en-GB" sz="2000" b="1" dirty="0">
              <a:latin typeface="Bell MT" panose="02020503060305020303" pitchFamily="18" charset="0"/>
            </a:endParaRPr>
          </a:p>
          <a:p>
            <a:endParaRPr lang="en-GB" sz="2000" dirty="0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71B0A4A0-8E30-9533-A058-B2E368282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9" y="4118827"/>
            <a:ext cx="2483503" cy="163911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D60EB2-514E-5F7C-7983-5093E84F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3</a:t>
            </a:fld>
            <a:r>
              <a:rPr lang="en-GB" dirty="0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410556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D56F72-D2BF-182C-4255-367279F5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4000" dirty="0" err="1">
                <a:solidFill>
                  <a:schemeClr val="tx2"/>
                </a:solidFill>
                <a:latin typeface="Ariel"/>
              </a:rPr>
              <a:t>SiteSafeAI</a:t>
            </a:r>
            <a:r>
              <a:rPr lang="en-GB" sz="4000" dirty="0">
                <a:solidFill>
                  <a:schemeClr val="tx2"/>
                </a:solidFill>
                <a:latin typeface="Ariel"/>
              </a:rPr>
              <a:t> is there anything similar?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99BDB6-E666-28C1-106E-B862A77A39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Currently, there is no solution like this in Ireland.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Globally, a company called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Synaedge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based in Switzerland, offers AI-based video surveillance that includes PPE detection.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Synaedge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provides this service through their AI-powered analytics, but the exact workings of their PPE detection system remain unclear.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My system uses live video processing and can trigger immediate alerts when a safety violation occurs, providing more actionable insights.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D4CC5-CB04-F48B-AA03-54E01382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z="2000" smtClean="0"/>
              <a:t>4</a:t>
            </a:fld>
            <a:r>
              <a:rPr lang="en-GB" sz="2000" dirty="0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115815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9554-208B-64D8-7B68-56B824DB9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649658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Will </a:t>
            </a:r>
            <a:r>
              <a:rPr lang="en-US" sz="2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SiteSafeAI</a:t>
            </a:r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Work?</a:t>
            </a:r>
          </a:p>
        </p:txBody>
      </p:sp>
      <p:pic>
        <p:nvPicPr>
          <p:cNvPr id="5" name="Content Placeholder 4" descr="A diagram of a system&#10;&#10;Description automatically generated">
            <a:extLst>
              <a:ext uri="{FF2B5EF4-FFF2-40B4-BE49-F238E27FC236}">
                <a16:creationId xmlns:a16="http://schemas.microsoft.com/office/drawing/2014/main" id="{16F6E025-6C55-0E98-1FA6-E55BF3E74A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814" y="938048"/>
            <a:ext cx="8479837" cy="49819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204767-0C01-7EBB-A07D-3A2DD34A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5</a:t>
            </a:fld>
            <a:r>
              <a:rPr lang="en-GB" dirty="0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1672748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1DC0-FDF0-5ABD-0804-A43A445C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latin typeface="Ariel"/>
              </a:rPr>
              <a:t>Technologies used in </a:t>
            </a:r>
            <a:r>
              <a:rPr lang="en-US" sz="5400" kern="1200" dirty="0" err="1">
                <a:latin typeface="Ariel"/>
              </a:rPr>
              <a:t>SiteSafeAI</a:t>
            </a:r>
            <a:endParaRPr lang="en-US" sz="5400" kern="1200" dirty="0">
              <a:latin typeface="Arie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black and blue logo&#10;&#10;Description automatically generated">
            <a:extLst>
              <a:ext uri="{FF2B5EF4-FFF2-40B4-BE49-F238E27FC236}">
                <a16:creationId xmlns:a16="http://schemas.microsoft.com/office/drawing/2014/main" id="{761625D9-6DB7-3EE7-691F-B5C6CC836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29" b="95188" l="2000" r="96000">
                        <a14:foregroundMark x1="22444" y1="51255" x2="22444" y2="51255"/>
                        <a14:foregroundMark x1="27444" y1="57741" x2="27444" y2="57741"/>
                        <a14:foregroundMark x1="28667" y1="55230" x2="28667" y2="55230"/>
                        <a14:foregroundMark x1="31222" y1="56276" x2="31222" y2="56276"/>
                        <a14:foregroundMark x1="45333" y1="77615" x2="45333" y2="77615"/>
                        <a14:foregroundMark x1="55778" y1="66946" x2="55778" y2="66946"/>
                        <a14:foregroundMark x1="57889" y1="75105" x2="57889" y2="75105"/>
                        <a14:foregroundMark x1="55667" y1="85565" x2="55667" y2="85565"/>
                        <a14:foregroundMark x1="65889" y1="83264" x2="65889" y2="83264"/>
                        <a14:foregroundMark x1="84556" y1="47490" x2="84556" y2="47490"/>
                        <a14:foregroundMark x1="70111" y1="42050" x2="70111" y2="42050"/>
                        <a14:foregroundMark x1="52111" y1="9414" x2="52111" y2="9414"/>
                        <a14:foregroundMark x1="32667" y1="3138" x2="32667" y2="3138"/>
                        <a14:foregroundMark x1="6444" y1="17992" x2="6444" y2="17992"/>
                        <a14:foregroundMark x1="2111" y1="17573" x2="2111" y2="17573"/>
                        <a14:foregroundMark x1="96111" y1="42469" x2="96111" y2="42469"/>
                        <a14:foregroundMark x1="63556" y1="94351" x2="63556" y2="94351"/>
                        <a14:foregroundMark x1="16111" y1="95188" x2="16111" y2="95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1945457"/>
            <a:ext cx="1124110" cy="597028"/>
          </a:xfrm>
          <a:prstGeom prst="rect">
            <a:avLst/>
          </a:prstGeom>
        </p:spPr>
      </p:pic>
      <p:pic>
        <p:nvPicPr>
          <p:cNvPr id="21" name="Picture 20" descr="A blue and yellow snake logo&#10;&#10;Description automatically generated">
            <a:extLst>
              <a:ext uri="{FF2B5EF4-FFF2-40B4-BE49-F238E27FC236}">
                <a16:creationId xmlns:a16="http://schemas.microsoft.com/office/drawing/2014/main" id="{BA0CD5CE-9607-FF34-BABD-AEE02AB9C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794" y="1864363"/>
            <a:ext cx="1060964" cy="1165827"/>
          </a:xfrm>
          <a:prstGeom prst="rect">
            <a:avLst/>
          </a:prstGeom>
        </p:spPr>
      </p:pic>
      <p:pic>
        <p:nvPicPr>
          <p:cNvPr id="27" name="Picture 26" descr="A blue and black logo&#10;&#10;Description automatically generated">
            <a:extLst>
              <a:ext uri="{FF2B5EF4-FFF2-40B4-BE49-F238E27FC236}">
                <a16:creationId xmlns:a16="http://schemas.microsoft.com/office/drawing/2014/main" id="{6D167144-6993-408C-9E73-6F072E3C11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71" l="5059" r="96824">
                        <a14:foregroundMark x1="49647" y1="90588" x2="49647" y2="90588"/>
                        <a14:foregroundMark x1="10000" y1="68353" x2="10000" y2="68353"/>
                        <a14:foregroundMark x1="21294" y1="47882" x2="21294" y2="47882"/>
                        <a14:foregroundMark x1="27176" y1="39647" x2="27176" y2="39647"/>
                        <a14:foregroundMark x1="30706" y1="50941" x2="30706" y2="50941"/>
                        <a14:foregroundMark x1="19765" y1="32706" x2="23059" y2="38353"/>
                        <a14:foregroundMark x1="29765" y1="33176" x2="9412" y2="43529"/>
                        <a14:foregroundMark x1="77882" y1="24235" x2="77882" y2="24235"/>
                        <a14:foregroundMark x1="73059" y1="19059" x2="88235" y2="41059"/>
                        <a14:foregroundMark x1="82000" y1="20353" x2="90706" y2="30235"/>
                        <a14:foregroundMark x1="71529" y1="16353" x2="83529" y2="15765"/>
                        <a14:foregroundMark x1="88000" y1="18941" x2="92941" y2="25529"/>
                        <a14:foregroundMark x1="93647" y1="31882" x2="94000" y2="41059"/>
                        <a14:foregroundMark x1="96235" y1="33882" x2="96824" y2="40000"/>
                        <a14:foregroundMark x1="26824" y1="29529" x2="20235" y2="50824"/>
                        <a14:foregroundMark x1="20235" y1="50824" x2="42353" y2="50000"/>
                        <a14:foregroundMark x1="42353" y1="50000" x2="35176" y2="33647"/>
                        <a14:foregroundMark x1="35176" y1="33647" x2="27765" y2="30471"/>
                        <a14:foregroundMark x1="26235" y1="28000" x2="8824" y2="41529"/>
                        <a14:foregroundMark x1="8824" y1="41529" x2="10118" y2="44588"/>
                        <a14:foregroundMark x1="7765" y1="46353" x2="25412" y2="59176"/>
                        <a14:foregroundMark x1="25412" y1="59176" x2="30824" y2="58706"/>
                        <a14:foregroundMark x1="5059" y1="39765" x2="5412" y2="4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153" y="3079727"/>
            <a:ext cx="927524" cy="927524"/>
          </a:xfrm>
          <a:prstGeom prst="rect">
            <a:avLst/>
          </a:prstGeom>
        </p:spPr>
      </p:pic>
      <p:pic>
        <p:nvPicPr>
          <p:cNvPr id="28" name="Picture 27" descr="A logo with a red blue and green circle&#10;&#10;Description automatically generated">
            <a:extLst>
              <a:ext uri="{FF2B5EF4-FFF2-40B4-BE49-F238E27FC236}">
                <a16:creationId xmlns:a16="http://schemas.microsoft.com/office/drawing/2014/main" id="{696DF4C0-C532-1E6B-1561-E0B5002DB9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400" y="2769008"/>
            <a:ext cx="955761" cy="1178140"/>
          </a:xfrm>
          <a:prstGeom prst="rect">
            <a:avLst/>
          </a:prstGeom>
        </p:spPr>
      </p:pic>
      <p:pic>
        <p:nvPicPr>
          <p:cNvPr id="29" name="Picture 28" descr="A black text and a black object&#10;&#10;Description automatically generated with medium confidence">
            <a:extLst>
              <a:ext uri="{FF2B5EF4-FFF2-40B4-BE49-F238E27FC236}">
                <a16:creationId xmlns:a16="http://schemas.microsoft.com/office/drawing/2014/main" id="{A80625F6-67E5-8155-1B78-70FD0ACCC9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00" b="97143" l="3900" r="43733">
                        <a14:foregroundMark x1="23677" y1="91429" x2="23677" y2="91429"/>
                        <a14:foregroundMark x1="32312" y1="93571" x2="32312" y2="93571"/>
                        <a14:foregroundMark x1="29248" y1="97143" x2="29248" y2="97143"/>
                        <a14:foregroundMark x1="4178" y1="29286" x2="4178" y2="29286"/>
                        <a14:foregroundMark x1="7799" y1="5000" x2="7799" y2="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3" r="51123"/>
          <a:stretch/>
        </p:blipFill>
        <p:spPr>
          <a:xfrm>
            <a:off x="2785085" y="4210855"/>
            <a:ext cx="1151263" cy="915852"/>
          </a:xfrm>
          <a:prstGeom prst="rect">
            <a:avLst/>
          </a:prstGeom>
        </p:spPr>
      </p:pic>
      <p:pic>
        <p:nvPicPr>
          <p:cNvPr id="30" name="Picture 29" descr="A blue symbol with a circle in center&#10;&#10;Description automatically generated">
            <a:extLst>
              <a:ext uri="{FF2B5EF4-FFF2-40B4-BE49-F238E27FC236}">
                <a16:creationId xmlns:a16="http://schemas.microsoft.com/office/drawing/2014/main" id="{4BB06AA2-D6B5-DF32-E124-6BC001B90B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053" y="4267170"/>
            <a:ext cx="1152668" cy="1049663"/>
          </a:xfrm>
          <a:prstGeom prst="rect">
            <a:avLst/>
          </a:prstGeom>
        </p:spPr>
      </p:pic>
      <p:pic>
        <p:nvPicPr>
          <p:cNvPr id="31" name="Picture 30" descr="A blue and black envelope with a black paper&#10;&#10;Description automatically generated">
            <a:extLst>
              <a:ext uri="{FF2B5EF4-FFF2-40B4-BE49-F238E27FC236}">
                <a16:creationId xmlns:a16="http://schemas.microsoft.com/office/drawing/2014/main" id="{11098440-BCB2-D20A-D00D-495CC2DF05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646" y="5330312"/>
            <a:ext cx="946151" cy="946151"/>
          </a:xfrm>
          <a:prstGeom prst="rect">
            <a:avLst/>
          </a:prstGeom>
        </p:spPr>
      </p:pic>
      <p:pic>
        <p:nvPicPr>
          <p:cNvPr id="32" name="Picture 31" descr="A logo with a dolphin&#10;&#10;Description automatically generated">
            <a:extLst>
              <a:ext uri="{FF2B5EF4-FFF2-40B4-BE49-F238E27FC236}">
                <a16:creationId xmlns:a16="http://schemas.microsoft.com/office/drawing/2014/main" id="{57B394AA-EE00-738E-CFF2-D2C06181AC7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1778" r="96444">
                        <a14:foregroundMark x1="17778" y1="60000" x2="17778" y2="60000"/>
                        <a14:foregroundMark x1="5333" y1="59556" x2="5333" y2="59556"/>
                        <a14:foregroundMark x1="1778" y1="60000" x2="1778" y2="60000"/>
                        <a14:foregroundMark x1="28000" y1="66667" x2="28000" y2="66667"/>
                        <a14:foregroundMark x1="45333" y1="61778" x2="45333" y2="61778"/>
                        <a14:foregroundMark x1="80444" y1="60444" x2="80444" y2="60444"/>
                        <a14:foregroundMark x1="71556" y1="47111" x2="71556" y2="47111"/>
                        <a14:foregroundMark x1="92444" y1="53778" x2="92444" y2="53778"/>
                        <a14:foregroundMark x1="96444" y1="52889" x2="96444" y2="5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124" b="18194"/>
          <a:stretch/>
        </p:blipFill>
        <p:spPr>
          <a:xfrm>
            <a:off x="8356899" y="5494397"/>
            <a:ext cx="1151262" cy="721627"/>
          </a:xfrm>
          <a:prstGeom prst="rect">
            <a:avLst/>
          </a:prstGeom>
        </p:spPr>
      </p:pic>
      <p:graphicFrame>
        <p:nvGraphicFramePr>
          <p:cNvPr id="35" name="Content Placeholder 32">
            <a:extLst>
              <a:ext uri="{FF2B5EF4-FFF2-40B4-BE49-F238E27FC236}">
                <a16:creationId xmlns:a16="http://schemas.microsoft.com/office/drawing/2014/main" id="{6168050F-FD55-D13F-99BB-CB0DA2F321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7243692"/>
              </p:ext>
            </p:extLst>
          </p:nvPr>
        </p:nvGraphicFramePr>
        <p:xfrm>
          <a:off x="3218720" y="2069204"/>
          <a:ext cx="5986770" cy="4086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0BA8C-ADF5-2D34-FF1C-55CC9576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44A4-4954-4CC0-AE95-AFC3F00E7214}" type="slidenum">
              <a:rPr lang="en-GB" smtClean="0"/>
              <a:t>6</a:t>
            </a:fld>
            <a:r>
              <a:rPr lang="en-GB" dirty="0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332162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C947E-6760-15B4-3A40-7A3F2DD1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Ariel"/>
              </a:rPr>
              <a:t>Progress so far in SiteSafeAI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B640-53DC-14EC-C556-9F807C94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9DC44A4-4954-4CC0-AE95-AFC3F00E7214}" type="slidenum"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r>
              <a:rPr lang="en-GB" sz="1100">
                <a:solidFill>
                  <a:schemeClr val="tx1">
                    <a:lumMod val="50000"/>
                    <a:lumOff val="50000"/>
                  </a:schemeClr>
                </a:solidFill>
              </a:rPr>
              <a:t>/8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F077BF-3271-16A3-F65B-9D7428BD0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701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198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2DBE-D8DD-63A5-C52C-D121F1153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418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Ariel"/>
              </a:rPr>
              <a:t>References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BBF9A35-99EF-ACA5-257B-265D0429A7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169920"/>
          <a:ext cx="10515600" cy="3007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6E4FB-7E25-CE30-CF26-5AAEC721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8410" y="6144897"/>
            <a:ext cx="2743200" cy="365125"/>
          </a:xfrm>
        </p:spPr>
        <p:txBody>
          <a:bodyPr/>
          <a:lstStyle/>
          <a:p>
            <a:fld id="{39DC44A4-4954-4CC0-AE95-AFC3F00E7214}" type="slidenum">
              <a:rPr lang="en-GB" sz="2000" smtClean="0"/>
              <a:t>8</a:t>
            </a:fld>
            <a:r>
              <a:rPr lang="en-GB" sz="2000" dirty="0"/>
              <a:t>/8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6D391A-CF52-608C-E98C-AA8293E69A78}"/>
              </a:ext>
            </a:extLst>
          </p:cNvPr>
          <p:cNvSpPr txBox="1">
            <a:spLocks/>
          </p:cNvSpPr>
          <p:nvPr/>
        </p:nvSpPr>
        <p:spPr>
          <a:xfrm>
            <a:off x="838200" y="4486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>
                <a:latin typeface="Arie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2470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5737</TotalTime>
  <Words>320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Ariel</vt:lpstr>
      <vt:lpstr>Bell MT</vt:lpstr>
      <vt:lpstr>Calibri</vt:lpstr>
      <vt:lpstr>Office Theme</vt:lpstr>
      <vt:lpstr>Software Development Year 4 Project   Presentation   Project Title:            SiteSafeAI</vt:lpstr>
      <vt:lpstr>My Background</vt:lpstr>
      <vt:lpstr>Industry Perspective</vt:lpstr>
      <vt:lpstr>SiteSafeAI is there anything similar?</vt:lpstr>
      <vt:lpstr>How Will SiteSafeAI Work?</vt:lpstr>
      <vt:lpstr>Technologies used in SiteSafeAI</vt:lpstr>
      <vt:lpstr>Progress so far in SiteSafeAI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C00276177) Tomas Smitas</dc:creator>
  <cp:lastModifiedBy>(Student  C00276177) Tomas Smitas</cp:lastModifiedBy>
  <cp:revision>18</cp:revision>
  <dcterms:created xsi:type="dcterms:W3CDTF">2024-10-22T17:22:45Z</dcterms:created>
  <dcterms:modified xsi:type="dcterms:W3CDTF">2025-02-23T20:17:49Z</dcterms:modified>
</cp:coreProperties>
</file>